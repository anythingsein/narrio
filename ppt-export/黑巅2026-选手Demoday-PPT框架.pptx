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76" r:id="rId2"/>
    <p:sldId id="277" r:id="rId3"/>
    <p:sldId id="278" r:id="rId4"/>
    <p:sldId id="279" r:id="rId5"/>
    <p:sldId id="280" r:id="rId6"/>
    <p:sldId id="259" r:id="rId7"/>
  </p:sldIdLst>
  <p:sldSz cx="31319788" cy="7556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343660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 panose="02000503000000020004"/>
      </a:defRPr>
    </a:lvl1pPr>
    <a:lvl2pPr marL="0" marR="0" indent="457200" algn="l" defTabSz="1343660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 panose="02000503000000020004"/>
      </a:defRPr>
    </a:lvl2pPr>
    <a:lvl3pPr marL="0" marR="0" indent="914400" algn="l" defTabSz="1343660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 panose="02000503000000020004"/>
      </a:defRPr>
    </a:lvl3pPr>
    <a:lvl4pPr marL="0" marR="0" indent="1371600" algn="l" defTabSz="1343660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 panose="02000503000000020004"/>
      </a:defRPr>
    </a:lvl4pPr>
    <a:lvl5pPr marL="0" marR="0" indent="1828800" algn="l" defTabSz="1343660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 panose="02000503000000020004"/>
      </a:defRPr>
    </a:lvl5pPr>
    <a:lvl6pPr marL="0" marR="0" indent="2286000" algn="l" defTabSz="1343660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 panose="02000503000000020004"/>
      </a:defRPr>
    </a:lvl6pPr>
    <a:lvl7pPr marL="0" marR="0" indent="2743200" algn="l" defTabSz="1343660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 panose="02000503000000020004"/>
      </a:defRPr>
    </a:lvl7pPr>
    <a:lvl8pPr marL="0" marR="0" indent="3200400" algn="l" defTabSz="1343660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 panose="02000503000000020004"/>
      </a:defRPr>
    </a:lvl8pPr>
    <a:lvl9pPr marL="0" marR="0" indent="3657600" algn="l" defTabSz="1343660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defRPr kumimoji="0" sz="2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 panose="020005030000000200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1A19"/>
    <a:srgbClr val="00F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01"/>
    <p:restoredTop sz="95194" autoAdjust="0"/>
  </p:normalViewPr>
  <p:slideViewPr>
    <p:cSldViewPr snapToGrid="0">
      <p:cViewPr varScale="1">
        <p:scale>
          <a:sx n="48" d="100"/>
          <a:sy n="48" d="100"/>
        </p:scale>
        <p:origin x="328" y="1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 noRot="1" noChangeAspect="1"/>
          </p:cNvSpPr>
          <p:nvPr>
            <p:ph type="sldImg"/>
          </p:nvPr>
        </p:nvSpPr>
        <p:spPr>
          <a:xfrm>
            <a:off x="-3676650" y="685800"/>
            <a:ext cx="142113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12" name="Shape 11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方正可变兰亭黑 GBK Normal" panose="02000600000000000000" pitchFamily="2" charset="-122"/>
        <a:ea typeface="方正可变兰亭黑 GBK Normal" panose="02000600000000000000" pitchFamily="2" charset="-122"/>
        <a:cs typeface="+mn-cs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游戏机, 电脑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31319788" cy="755516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户外, 前, 窗帘, 街道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31319788" cy="755516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1007745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600" b="0" i="0" u="none" strike="noStrike" cap="none" spc="0" baseline="0">
          <a:solidFill>
            <a:srgbClr val="000000"/>
          </a:solidFill>
          <a:uFillTx/>
          <a:latin typeface="方正可变兰亭黑 GBK DemiBold" panose="02000600000000000000" pitchFamily="2" charset="-122"/>
          <a:ea typeface="方正可变兰亭黑 GBK DemiBold" panose="02000600000000000000" pitchFamily="2" charset="-122"/>
          <a:cs typeface="方正可变兰亭黑 GBK DemiBold" panose="02000600000000000000" pitchFamily="2" charset="-122"/>
          <a:sym typeface="FZVariable-LanTingHeiK Heavy"/>
        </a:defRPr>
      </a:lvl1pPr>
      <a:lvl2pPr marL="0" marR="0" indent="0" algn="l" defTabSz="1007745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600" b="0" i="0" u="none" strike="noStrike" cap="none" spc="0" baseline="0">
          <a:solidFill>
            <a:srgbClr val="000000"/>
          </a:solidFill>
          <a:uFillTx/>
          <a:latin typeface="FZVariable-LanTingHeiK Heavy"/>
          <a:ea typeface="FZVariable-LanTingHeiK Heavy"/>
          <a:cs typeface="FZVariable-LanTingHeiK Heavy"/>
          <a:sym typeface="FZVariable-LanTingHeiK Heavy"/>
        </a:defRPr>
      </a:lvl2pPr>
      <a:lvl3pPr marL="0" marR="0" indent="0" algn="l" defTabSz="1007745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600" b="0" i="0" u="none" strike="noStrike" cap="none" spc="0" baseline="0">
          <a:solidFill>
            <a:srgbClr val="000000"/>
          </a:solidFill>
          <a:uFillTx/>
          <a:latin typeface="FZVariable-LanTingHeiK Heavy"/>
          <a:ea typeface="FZVariable-LanTingHeiK Heavy"/>
          <a:cs typeface="FZVariable-LanTingHeiK Heavy"/>
          <a:sym typeface="FZVariable-LanTingHeiK Heavy"/>
        </a:defRPr>
      </a:lvl3pPr>
      <a:lvl4pPr marL="0" marR="0" indent="0" algn="l" defTabSz="1007745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600" b="0" i="0" u="none" strike="noStrike" cap="none" spc="0" baseline="0">
          <a:solidFill>
            <a:srgbClr val="000000"/>
          </a:solidFill>
          <a:uFillTx/>
          <a:latin typeface="FZVariable-LanTingHeiK Heavy"/>
          <a:ea typeface="FZVariable-LanTingHeiK Heavy"/>
          <a:cs typeface="FZVariable-LanTingHeiK Heavy"/>
          <a:sym typeface="FZVariable-LanTingHeiK Heavy"/>
        </a:defRPr>
      </a:lvl4pPr>
      <a:lvl5pPr marL="0" marR="0" indent="0" algn="l" defTabSz="1007745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600" b="0" i="0" u="none" strike="noStrike" cap="none" spc="0" baseline="0">
          <a:solidFill>
            <a:srgbClr val="000000"/>
          </a:solidFill>
          <a:uFillTx/>
          <a:latin typeface="FZVariable-LanTingHeiK Heavy"/>
          <a:ea typeface="FZVariable-LanTingHeiK Heavy"/>
          <a:cs typeface="FZVariable-LanTingHeiK Heavy"/>
          <a:sym typeface="FZVariable-LanTingHeiK Heavy"/>
        </a:defRPr>
      </a:lvl5pPr>
      <a:lvl6pPr marL="0" marR="0" indent="0" algn="l" defTabSz="1007745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600" b="0" i="0" u="none" strike="noStrike" cap="none" spc="0" baseline="0">
          <a:solidFill>
            <a:srgbClr val="000000"/>
          </a:solidFill>
          <a:uFillTx/>
          <a:latin typeface="FZVariable-LanTingHeiK Heavy"/>
          <a:ea typeface="FZVariable-LanTingHeiK Heavy"/>
          <a:cs typeface="FZVariable-LanTingHeiK Heavy"/>
          <a:sym typeface="FZVariable-LanTingHeiK Heavy"/>
        </a:defRPr>
      </a:lvl6pPr>
      <a:lvl7pPr marL="0" marR="0" indent="0" algn="l" defTabSz="1007745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600" b="0" i="0" u="none" strike="noStrike" cap="none" spc="0" baseline="0">
          <a:solidFill>
            <a:srgbClr val="000000"/>
          </a:solidFill>
          <a:uFillTx/>
          <a:latin typeface="FZVariable-LanTingHeiK Heavy"/>
          <a:ea typeface="FZVariable-LanTingHeiK Heavy"/>
          <a:cs typeface="FZVariable-LanTingHeiK Heavy"/>
          <a:sym typeface="FZVariable-LanTingHeiK Heavy"/>
        </a:defRPr>
      </a:lvl7pPr>
      <a:lvl8pPr marL="0" marR="0" indent="0" algn="l" defTabSz="1007745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600" b="0" i="0" u="none" strike="noStrike" cap="none" spc="0" baseline="0">
          <a:solidFill>
            <a:srgbClr val="000000"/>
          </a:solidFill>
          <a:uFillTx/>
          <a:latin typeface="FZVariable-LanTingHeiK Heavy"/>
          <a:ea typeface="FZVariable-LanTingHeiK Heavy"/>
          <a:cs typeface="FZVariable-LanTingHeiK Heavy"/>
          <a:sym typeface="FZVariable-LanTingHeiK Heavy"/>
        </a:defRPr>
      </a:lvl8pPr>
      <a:lvl9pPr marL="0" marR="0" indent="0" algn="l" defTabSz="1007745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600" b="0" i="0" u="none" strike="noStrike" cap="none" spc="0" baseline="0">
          <a:solidFill>
            <a:srgbClr val="000000"/>
          </a:solidFill>
          <a:uFillTx/>
          <a:latin typeface="FZVariable-LanTingHeiK Heavy"/>
          <a:ea typeface="FZVariable-LanTingHeiK Heavy"/>
          <a:cs typeface="FZVariable-LanTingHeiK Heavy"/>
          <a:sym typeface="FZVariable-LanTingHeiK Heavy"/>
        </a:defRPr>
      </a:lvl9pPr>
    </p:titleStyle>
    <p:bodyStyle>
      <a:lvl1pPr marL="234950" marR="0" indent="-234950" algn="l" defTabSz="1007745" latinLnBrk="0">
        <a:lnSpc>
          <a:spcPct val="90000"/>
        </a:lnSpc>
        <a:spcBef>
          <a:spcPts val="1100"/>
        </a:spcBef>
        <a:spcAft>
          <a:spcPts val="0"/>
        </a:spcAft>
        <a:buClrTx/>
        <a:buSzPct val="100000"/>
        <a:buFont typeface="Arial" panose="020B07060202020A0204"/>
        <a:buChar char="•"/>
        <a:defRPr sz="2800" b="0" i="0" u="none" strike="noStrike" cap="none" spc="0" baseline="0">
          <a:solidFill>
            <a:srgbClr val="000000"/>
          </a:solidFill>
          <a:uFillTx/>
          <a:latin typeface="方正可变兰亭黑 GBK Normal" panose="02000600000000000000" pitchFamily="2" charset="-122"/>
          <a:ea typeface="方正可变兰亭黑 GBK Normal" panose="02000600000000000000" pitchFamily="2" charset="-122"/>
          <a:cs typeface="方正可变兰亭黑 GBK Normal" panose="02000600000000000000" pitchFamily="2" charset="-122"/>
          <a:sym typeface="FZVariable-LanTingHeiK Normal"/>
        </a:defRPr>
      </a:lvl1pPr>
      <a:lvl2pPr marL="775335" marR="0" indent="-271145" algn="l" defTabSz="1007745" latinLnBrk="0">
        <a:lnSpc>
          <a:spcPct val="90000"/>
        </a:lnSpc>
        <a:spcBef>
          <a:spcPts val="1100"/>
        </a:spcBef>
        <a:spcAft>
          <a:spcPts val="0"/>
        </a:spcAft>
        <a:buClrTx/>
        <a:buSzPct val="100000"/>
        <a:buFont typeface="Arial" panose="020B07060202020A0204"/>
        <a:buChar char="•"/>
        <a:defRPr sz="2800" b="0" i="0" u="none" strike="noStrike" cap="none" spc="0" baseline="0">
          <a:solidFill>
            <a:srgbClr val="000000"/>
          </a:solidFill>
          <a:uFillTx/>
          <a:latin typeface="方正可变兰亭黑 GBK Normal" panose="02000600000000000000" pitchFamily="2" charset="-122"/>
          <a:ea typeface="方正可变兰亭黑 GBK Normal" panose="02000600000000000000" pitchFamily="2" charset="-122"/>
          <a:cs typeface="方正可变兰亭黑 GBK Normal" panose="02000600000000000000" pitchFamily="2" charset="-122"/>
          <a:sym typeface="FZVariable-LanTingHeiK Normal"/>
        </a:defRPr>
      </a:lvl2pPr>
      <a:lvl3pPr marL="1328420" marR="0" indent="-320675" algn="l" defTabSz="1007745" latinLnBrk="0">
        <a:lnSpc>
          <a:spcPct val="90000"/>
        </a:lnSpc>
        <a:spcBef>
          <a:spcPts val="1100"/>
        </a:spcBef>
        <a:spcAft>
          <a:spcPts val="0"/>
        </a:spcAft>
        <a:buClrTx/>
        <a:buSzPct val="100000"/>
        <a:buFont typeface="Arial" panose="020B07060202020A0204"/>
        <a:buChar char="•"/>
        <a:defRPr sz="2800" b="0" i="0" u="none" strike="noStrike" cap="none" spc="0" baseline="0">
          <a:solidFill>
            <a:srgbClr val="000000"/>
          </a:solidFill>
          <a:uFillTx/>
          <a:latin typeface="方正可变兰亭黑 GBK Normal" panose="02000600000000000000" pitchFamily="2" charset="-122"/>
          <a:ea typeface="方正可变兰亭黑 GBK Normal" panose="02000600000000000000" pitchFamily="2" charset="-122"/>
          <a:cs typeface="方正可变兰亭黑 GBK Normal" panose="02000600000000000000" pitchFamily="2" charset="-122"/>
          <a:sym typeface="FZVariable-LanTingHeiK Normal"/>
        </a:defRPr>
      </a:lvl3pPr>
      <a:lvl4pPr marL="1883410" marR="0" indent="-371475" algn="l" defTabSz="1007745" latinLnBrk="0">
        <a:lnSpc>
          <a:spcPct val="90000"/>
        </a:lnSpc>
        <a:spcBef>
          <a:spcPts val="1100"/>
        </a:spcBef>
        <a:spcAft>
          <a:spcPts val="0"/>
        </a:spcAft>
        <a:buClrTx/>
        <a:buSzPct val="100000"/>
        <a:buFont typeface="Arial" panose="020B07060202020A0204"/>
        <a:buChar char="•"/>
        <a:defRPr sz="2800" b="0" i="0" u="none" strike="noStrike" cap="none" spc="0" baseline="0">
          <a:solidFill>
            <a:srgbClr val="000000"/>
          </a:solidFill>
          <a:uFillTx/>
          <a:latin typeface="方正可变兰亭黑 GBK Normal" panose="02000600000000000000" pitchFamily="2" charset="-122"/>
          <a:ea typeface="方正可变兰亭黑 GBK Normal" panose="02000600000000000000" pitchFamily="2" charset="-122"/>
          <a:cs typeface="方正可变兰亭黑 GBK Normal" panose="02000600000000000000" pitchFamily="2" charset="-122"/>
          <a:sym typeface="FZVariable-LanTingHeiK Normal"/>
        </a:defRPr>
      </a:lvl4pPr>
      <a:lvl5pPr marL="2386965" marR="0" indent="-371475" algn="l" defTabSz="1007745" latinLnBrk="0">
        <a:lnSpc>
          <a:spcPct val="90000"/>
        </a:lnSpc>
        <a:spcBef>
          <a:spcPts val="1100"/>
        </a:spcBef>
        <a:spcAft>
          <a:spcPts val="0"/>
        </a:spcAft>
        <a:buClrTx/>
        <a:buSzPct val="100000"/>
        <a:buFont typeface="Arial" panose="020B07060202020A0204"/>
        <a:buChar char="•"/>
        <a:defRPr sz="2800" b="0" i="0" u="none" strike="noStrike" cap="none" spc="0" baseline="0">
          <a:solidFill>
            <a:srgbClr val="000000"/>
          </a:solidFill>
          <a:uFillTx/>
          <a:latin typeface="方正可变兰亭黑 GBK Normal" panose="02000600000000000000" pitchFamily="2" charset="-122"/>
          <a:ea typeface="方正可变兰亭黑 GBK Normal" panose="02000600000000000000" pitchFamily="2" charset="-122"/>
          <a:cs typeface="方正可变兰亭黑 GBK Normal" panose="02000600000000000000" pitchFamily="2" charset="-122"/>
          <a:sym typeface="FZVariable-LanTingHeiK Normal"/>
        </a:defRPr>
      </a:lvl5pPr>
      <a:lvl6pPr marL="2891155" marR="0" indent="-371475" algn="l" defTabSz="1007745" latinLnBrk="0">
        <a:lnSpc>
          <a:spcPct val="90000"/>
        </a:lnSpc>
        <a:spcBef>
          <a:spcPts val="1100"/>
        </a:spcBef>
        <a:spcAft>
          <a:spcPts val="0"/>
        </a:spcAft>
        <a:buClrTx/>
        <a:buSzPct val="100000"/>
        <a:buFont typeface="Arial" panose="020B07060202020A0204"/>
        <a:buChar char="•"/>
        <a:defRPr sz="2800" b="0" i="0" u="none" strike="noStrike" cap="none" spc="0" baseline="0">
          <a:solidFill>
            <a:srgbClr val="000000"/>
          </a:solidFill>
          <a:uFillTx/>
          <a:latin typeface="FZVariable-LanTingHeiK Normal"/>
          <a:ea typeface="FZVariable-LanTingHeiK Normal"/>
          <a:cs typeface="FZVariable-LanTingHeiK Normal"/>
          <a:sym typeface="FZVariable-LanTingHeiK Normal"/>
        </a:defRPr>
      </a:lvl6pPr>
      <a:lvl7pPr marL="3395345" marR="0" indent="-371475" algn="l" defTabSz="1007745" latinLnBrk="0">
        <a:lnSpc>
          <a:spcPct val="90000"/>
        </a:lnSpc>
        <a:spcBef>
          <a:spcPts val="1100"/>
        </a:spcBef>
        <a:spcAft>
          <a:spcPts val="0"/>
        </a:spcAft>
        <a:buClrTx/>
        <a:buSzPct val="100000"/>
        <a:buFont typeface="Arial" panose="020B07060202020A0204"/>
        <a:buChar char="•"/>
        <a:defRPr sz="2800" b="0" i="0" u="none" strike="noStrike" cap="none" spc="0" baseline="0">
          <a:solidFill>
            <a:srgbClr val="000000"/>
          </a:solidFill>
          <a:uFillTx/>
          <a:latin typeface="FZVariable-LanTingHeiK Normal"/>
          <a:ea typeface="FZVariable-LanTingHeiK Normal"/>
          <a:cs typeface="FZVariable-LanTingHeiK Normal"/>
          <a:sym typeface="FZVariable-LanTingHeiK Normal"/>
        </a:defRPr>
      </a:lvl7pPr>
      <a:lvl8pPr marL="3898900" marR="0" indent="-371475" algn="l" defTabSz="1007745" latinLnBrk="0">
        <a:lnSpc>
          <a:spcPct val="90000"/>
        </a:lnSpc>
        <a:spcBef>
          <a:spcPts val="1100"/>
        </a:spcBef>
        <a:spcAft>
          <a:spcPts val="0"/>
        </a:spcAft>
        <a:buClrTx/>
        <a:buSzPct val="100000"/>
        <a:buFont typeface="Arial" panose="020B07060202020A0204"/>
        <a:buChar char="•"/>
        <a:defRPr sz="2800" b="0" i="0" u="none" strike="noStrike" cap="none" spc="0" baseline="0">
          <a:solidFill>
            <a:srgbClr val="000000"/>
          </a:solidFill>
          <a:uFillTx/>
          <a:latin typeface="FZVariable-LanTingHeiK Normal"/>
          <a:ea typeface="FZVariable-LanTingHeiK Normal"/>
          <a:cs typeface="FZVariable-LanTingHeiK Normal"/>
          <a:sym typeface="FZVariable-LanTingHeiK Normal"/>
        </a:defRPr>
      </a:lvl8pPr>
      <a:lvl9pPr marL="4403090" marR="0" indent="-371475" algn="l" defTabSz="1007745" latinLnBrk="0">
        <a:lnSpc>
          <a:spcPct val="90000"/>
        </a:lnSpc>
        <a:spcBef>
          <a:spcPts val="1100"/>
        </a:spcBef>
        <a:spcAft>
          <a:spcPts val="0"/>
        </a:spcAft>
        <a:buClrTx/>
        <a:buSzPct val="100000"/>
        <a:buFont typeface="Arial" panose="020B07060202020A0204"/>
        <a:buChar char="•"/>
        <a:defRPr sz="2800" b="0" i="0" u="none" strike="noStrike" cap="none" spc="0" baseline="0">
          <a:solidFill>
            <a:srgbClr val="000000"/>
          </a:solidFill>
          <a:uFillTx/>
          <a:latin typeface="FZVariable-LanTingHeiK Normal"/>
          <a:ea typeface="FZVariable-LanTingHeiK Normal"/>
          <a:cs typeface="FZVariable-LanTingHeiK Normal"/>
          <a:sym typeface="FZVariable-LanTingHeiK Normal"/>
        </a:defRPr>
      </a:lvl9pPr>
    </p:bodyStyle>
    <p:otherStyle>
      <a:lvl1pPr marL="0" marR="0" indent="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Variable-LanTingHeiK Normal"/>
        </a:defRPr>
      </a:lvl1pPr>
      <a:lvl2pPr marL="0" marR="0" indent="4572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Variable-LanTingHeiK Normal"/>
        </a:defRPr>
      </a:lvl2pPr>
      <a:lvl3pPr marL="0" marR="0" indent="9144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Variable-LanTingHeiK Normal"/>
        </a:defRPr>
      </a:lvl3pPr>
      <a:lvl4pPr marL="0" marR="0" indent="13716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Variable-LanTingHeiK Normal"/>
        </a:defRPr>
      </a:lvl4pPr>
      <a:lvl5pPr marL="0" marR="0" indent="18288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Variable-LanTingHeiK Normal"/>
        </a:defRPr>
      </a:lvl5pPr>
      <a:lvl6pPr marL="0" marR="0" indent="22860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Variable-LanTingHeiK Normal"/>
        </a:defRPr>
      </a:lvl6pPr>
      <a:lvl7pPr marL="0" marR="0" indent="27432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Variable-LanTingHeiK Normal"/>
        </a:defRPr>
      </a:lvl7pPr>
      <a:lvl8pPr marL="0" marR="0" indent="32004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Variable-LanTingHeiK Normal"/>
        </a:defRPr>
      </a:lvl8pPr>
      <a:lvl9pPr marL="0" marR="0" indent="3657600" algn="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Variable-LanTingHeiK Norm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4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microsoft.com/office/2007/relationships/hdphoto" Target="../media/hdphoto1.wdp"/><Relationship Id="rId2" Type="http://schemas.openxmlformats.org/officeDocument/2006/relationships/tags" Target="../tags/tag2.xml"/><Relationship Id="rId16" Type="http://schemas.microsoft.com/office/2007/relationships/hdphoto" Target="../media/hdphoto3.wd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3.png"/><Relationship Id="rId5" Type="http://schemas.openxmlformats.org/officeDocument/2006/relationships/tags" Target="../tags/tag5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../media/image6.jpe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image" Target="../media/image8.jpeg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6"/>
          <p:cNvSpPr txBox="1"/>
          <p:nvPr/>
        </p:nvSpPr>
        <p:spPr>
          <a:xfrm>
            <a:off x="3230577" y="3116553"/>
            <a:ext cx="5380023" cy="1323395"/>
          </a:xfrm>
          <a:prstGeom prst="rect">
            <a:avLst/>
          </a:prstGeom>
          <a:ln w="3175">
            <a:miter lim="400000"/>
          </a:ln>
        </p:spPr>
        <p:txBody>
          <a:bodyPr wrap="square" lIns="45698" tIns="45698" rIns="45698" bIns="45698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914400">
              <a:lnSpc>
                <a:spcPct val="130000"/>
              </a:lnSpc>
              <a:spcBef>
                <a:spcPts val="0"/>
              </a:spcBef>
              <a:defRPr sz="4800" spc="460">
                <a:solidFill>
                  <a:srgbClr val="00F3A8"/>
                </a:solidFill>
                <a:latin typeface="方正可变兰亭黑 GBK DemiBold" panose="02000600000000000000" pitchFamily="2" charset="-122"/>
                <a:ea typeface="方正可变兰亭黑 GBK DemiBold" panose="02000600000000000000" pitchFamily="2" charset="-122"/>
                <a:cs typeface="FZVariable-LanTingHeiK DemiBold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8000" spc="0" dirty="0"/>
              <a:t>我们是谁</a:t>
            </a:r>
          </a:p>
        </p:txBody>
      </p:sp>
      <p:sp>
        <p:nvSpPr>
          <p:cNvPr id="6" name="方正可变兰亭黑 GBK Regular-85号"/>
          <p:cNvSpPr txBox="1"/>
          <p:nvPr/>
        </p:nvSpPr>
        <p:spPr>
          <a:xfrm>
            <a:off x="23271177" y="2764578"/>
            <a:ext cx="4868571" cy="2027345"/>
          </a:xfrm>
          <a:prstGeom prst="rect">
            <a:avLst/>
          </a:prstGeom>
          <a:ln w="3175">
            <a:miter lim="400000"/>
          </a:ln>
        </p:spPr>
        <p:txBody>
          <a:bodyPr wrap="none" lIns="10443" tIns="10443" rIns="10443" bIns="10443" anchor="ctr">
            <a:spAutoFit/>
          </a:bodyPr>
          <a:lstStyle/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</a:t>
            </a:r>
            <a:endParaRPr lang="en-US" altLang="zh-CN" sz="3000" dirty="0">
              <a:latin typeface="+mn-ea"/>
              <a:cs typeface="InputMono Thin"/>
              <a:sym typeface="InputMono Thin"/>
            </a:endParaRPr>
          </a:p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</a:t>
            </a:r>
            <a:endParaRPr lang="en-US" altLang="zh-CN" sz="3000" dirty="0">
              <a:latin typeface="+mn-ea"/>
              <a:cs typeface="InputMono Thin"/>
              <a:sym typeface="InputMono Thin"/>
            </a:endParaRPr>
          </a:p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9861869" y="2049207"/>
            <a:ext cx="11596052" cy="2980012"/>
            <a:chOff x="10785254" y="2286502"/>
            <a:chExt cx="9749281" cy="2505421"/>
          </a:xfrm>
        </p:grpSpPr>
        <p:grpSp>
          <p:nvGrpSpPr>
            <p:cNvPr id="18" name="组合 17"/>
            <p:cNvGrpSpPr/>
            <p:nvPr/>
          </p:nvGrpSpPr>
          <p:grpSpPr>
            <a:xfrm>
              <a:off x="18082903" y="2286502"/>
              <a:ext cx="2451632" cy="2505421"/>
              <a:chOff x="16732480" y="2463792"/>
              <a:chExt cx="2451632" cy="2505421"/>
            </a:xfrm>
          </p:grpSpPr>
          <p:pic>
            <p:nvPicPr>
              <p:cNvPr id="9" name="PA-图片 229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 l="170" r="170"/>
              <a:stretch>
                <a:fillRect/>
              </a:stretch>
            </p:blipFill>
            <p:spPr>
              <a:xfrm>
                <a:off x="17229301" y="2463792"/>
                <a:ext cx="1477704" cy="1132640"/>
              </a:xfrm>
              <a:prstGeom prst="rect">
                <a:avLst/>
              </a:prstGeom>
            </p:spPr>
          </p:pic>
          <p:sp>
            <p:nvSpPr>
              <p:cNvPr id="11" name="PA-圆角矩形 39"/>
              <p:cNvSpPr/>
              <p:nvPr>
                <p:custDataLst>
                  <p:tags r:id="rId8"/>
                </p:custDataLst>
              </p:nvPr>
            </p:nvSpPr>
            <p:spPr>
              <a:xfrm>
                <a:off x="16732480" y="4234933"/>
                <a:ext cx="2451632" cy="734280"/>
              </a:xfrm>
              <a:prstGeom prst="roundRect">
                <a:avLst>
                  <a:gd name="adj" fmla="val 50000"/>
                </a:avLst>
              </a:prstGeom>
              <a:solidFill>
                <a:sysClr val="windowText" lastClr="000000"/>
              </a:solidFill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方正可变兰亭黑 GBK Normal" panose="02000600000000000000" pitchFamily="2" charset="-122"/>
                  <a:ea typeface="方正可变兰亭黑 GBK Normal" panose="02000600000000000000" pitchFamily="2" charset="-122"/>
                </a:endParaRPr>
              </a:p>
            </p:txBody>
          </p:sp>
          <p:sp>
            <p:nvSpPr>
              <p:cNvPr id="12" name="PA-文本框 40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7081884" y="4340463"/>
                <a:ext cx="1788535" cy="5433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600" b="0" i="0" u="none" strike="noStrike" kern="1200" cap="none" spc="20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方正可变兰亭黑 GBK DemiBold"/>
                    <a:ea typeface="方正可变兰亭黑 GBK DemiBold"/>
                    <a:sym typeface="+mn-ea"/>
                  </a:rPr>
                  <a:t>文字内容</a:t>
                </a: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4434078" y="2336047"/>
              <a:ext cx="2451632" cy="2455876"/>
              <a:chOff x="14082037" y="2513337"/>
              <a:chExt cx="2451632" cy="2455876"/>
            </a:xfrm>
          </p:grpSpPr>
          <p:pic>
            <p:nvPicPr>
              <p:cNvPr id="10" name="PA-图片 7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 t="7" b="7"/>
              <a:stretch>
                <a:fillRect/>
              </a:stretch>
            </p:blipFill>
            <p:spPr>
              <a:xfrm>
                <a:off x="14670092" y="2513337"/>
                <a:ext cx="1275523" cy="1094680"/>
              </a:xfrm>
              <a:prstGeom prst="rect">
                <a:avLst/>
              </a:prstGeom>
            </p:spPr>
          </p:pic>
          <p:sp>
            <p:nvSpPr>
              <p:cNvPr id="13" name="PA-圆角矩形 39"/>
              <p:cNvSpPr/>
              <p:nvPr>
                <p:custDataLst>
                  <p:tags r:id="rId5"/>
                </p:custDataLst>
              </p:nvPr>
            </p:nvSpPr>
            <p:spPr>
              <a:xfrm>
                <a:off x="14082037" y="4234933"/>
                <a:ext cx="2451632" cy="734280"/>
              </a:xfrm>
              <a:prstGeom prst="roundRect">
                <a:avLst>
                  <a:gd name="adj" fmla="val 50000"/>
                </a:avLst>
              </a:prstGeom>
              <a:solidFill>
                <a:sysClr val="windowText" lastClr="000000"/>
              </a:solidFill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方正可变兰亭黑 GBK Normal" panose="02000600000000000000" pitchFamily="2" charset="-122"/>
                  <a:ea typeface="方正可变兰亭黑 GBK Normal" panose="02000600000000000000" pitchFamily="2" charset="-122"/>
                </a:endParaRPr>
              </a:p>
            </p:txBody>
          </p:sp>
          <p:sp>
            <p:nvSpPr>
              <p:cNvPr id="14" name="PA-文本框 4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4413586" y="4340463"/>
                <a:ext cx="1788535" cy="5433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600" b="0" i="0" u="none" strike="noStrike" kern="1200" cap="none" spc="20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方正可变兰亭黑 GBK DemiBold"/>
                    <a:ea typeface="方正可变兰亭黑 GBK DemiBold"/>
                    <a:sym typeface="+mn-ea"/>
                  </a:rPr>
                  <a:t>文字内容</a:t>
                </a: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10785254" y="2376182"/>
              <a:ext cx="2451632" cy="2415741"/>
              <a:chOff x="11431465" y="2553472"/>
              <a:chExt cx="2451632" cy="2415741"/>
            </a:xfrm>
          </p:grpSpPr>
          <p:sp>
            <p:nvSpPr>
              <p:cNvPr id="15" name="PA-圆角矩形 39"/>
              <p:cNvSpPr/>
              <p:nvPr>
                <p:custDataLst>
                  <p:tags r:id="rId1"/>
                </p:custDataLst>
              </p:nvPr>
            </p:nvSpPr>
            <p:spPr>
              <a:xfrm>
                <a:off x="11431465" y="4234933"/>
                <a:ext cx="2451632" cy="734280"/>
              </a:xfrm>
              <a:prstGeom prst="roundRect">
                <a:avLst>
                  <a:gd name="adj" fmla="val 50000"/>
                </a:avLst>
              </a:prstGeom>
              <a:solidFill>
                <a:sysClr val="windowText" lastClr="000000"/>
              </a:solidFill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方正可变兰亭黑 GBK Normal" panose="02000600000000000000" pitchFamily="2" charset="-122"/>
                  <a:ea typeface="方正可变兰亭黑 GBK Normal" panose="02000600000000000000" pitchFamily="2" charset="-122"/>
                </a:endParaRPr>
              </a:p>
            </p:txBody>
          </p:sp>
          <p:sp>
            <p:nvSpPr>
              <p:cNvPr id="16" name="PA-文本框 40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1763014" y="4340463"/>
                <a:ext cx="1788535" cy="5433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600" b="0" i="0" u="none" strike="noStrike" kern="1200" cap="none" spc="20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方正可变兰亭黑 GBK DemiBold"/>
                    <a:ea typeface="方正可变兰亭黑 GBK DemiBold"/>
                    <a:sym typeface="+mn-ea"/>
                  </a:rPr>
                  <a:t>文字内容</a:t>
                </a:r>
              </a:p>
            </p:txBody>
          </p:sp>
          <p:pic>
            <p:nvPicPr>
              <p:cNvPr id="17" name="PA-图片 26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5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1961531" y="2553472"/>
                <a:ext cx="1391500" cy="105065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6"/>
          <p:cNvSpPr txBox="1"/>
          <p:nvPr/>
        </p:nvSpPr>
        <p:spPr>
          <a:xfrm>
            <a:off x="3230577" y="2501000"/>
            <a:ext cx="5380023" cy="2554501"/>
          </a:xfrm>
          <a:prstGeom prst="rect">
            <a:avLst/>
          </a:prstGeom>
          <a:ln w="3175">
            <a:miter lim="400000"/>
          </a:ln>
        </p:spPr>
        <p:txBody>
          <a:bodyPr wrap="square" lIns="45698" tIns="45698" rIns="45698" bIns="45698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914400">
              <a:lnSpc>
                <a:spcPct val="100000"/>
              </a:lnSpc>
              <a:spcBef>
                <a:spcPts val="0"/>
              </a:spcBef>
              <a:defRPr sz="8000">
                <a:solidFill>
                  <a:srgbClr val="00F3A8"/>
                </a:solidFill>
                <a:latin typeface="方正可变兰亭黑 GBK DemiBold" panose="02000600000000000000" pitchFamily="2" charset="-122"/>
                <a:ea typeface="方正可变兰亭黑 GBK DemiBold" panose="02000600000000000000" pitchFamily="2" charset="-122"/>
                <a:cs typeface="FZVariable-LanTingHeiK DemiBold"/>
              </a:defRPr>
            </a:lvl1pPr>
          </a:lstStyle>
          <a:p>
            <a:r>
              <a:rPr lang="zh-CN" altLang="en-US" dirty="0"/>
              <a:t>怎么决定</a:t>
            </a:r>
            <a:endParaRPr lang="en-US" altLang="zh-CN" dirty="0"/>
          </a:p>
          <a:p>
            <a:r>
              <a:rPr lang="zh-CN" altLang="en-US" dirty="0"/>
              <a:t>做这个的</a:t>
            </a:r>
          </a:p>
        </p:txBody>
      </p:sp>
      <p:sp>
        <p:nvSpPr>
          <p:cNvPr id="2" name="方正可变兰亭黑 GBK Regular-85号"/>
          <p:cNvSpPr txBox="1"/>
          <p:nvPr/>
        </p:nvSpPr>
        <p:spPr>
          <a:xfrm>
            <a:off x="23271177" y="2764578"/>
            <a:ext cx="4868571" cy="2027345"/>
          </a:xfrm>
          <a:prstGeom prst="rect">
            <a:avLst/>
          </a:prstGeom>
          <a:ln w="3175">
            <a:miter lim="400000"/>
          </a:ln>
        </p:spPr>
        <p:txBody>
          <a:bodyPr wrap="none" lIns="10443" tIns="10443" rIns="10443" bIns="10443" anchor="ctr">
            <a:spAutoFit/>
          </a:bodyPr>
          <a:lstStyle/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</a:t>
            </a:r>
            <a:endParaRPr lang="en-US" altLang="zh-CN" sz="3000" dirty="0">
              <a:latin typeface="+mn-ea"/>
              <a:cs typeface="InputMono Thin"/>
              <a:sym typeface="InputMono Thin"/>
            </a:endParaRPr>
          </a:p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</a:t>
            </a:r>
            <a:endParaRPr lang="en-US" altLang="zh-CN" sz="3000" dirty="0">
              <a:latin typeface="+mn-ea"/>
              <a:cs typeface="InputMono Thin"/>
              <a:sym typeface="InputMono Thin"/>
            </a:endParaRPr>
          </a:p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3344022" y="582227"/>
            <a:ext cx="5035417" cy="5035417"/>
            <a:chOff x="13344022" y="582227"/>
            <a:chExt cx="5035417" cy="5035417"/>
          </a:xfrm>
        </p:grpSpPr>
        <p:sp>
          <p:nvSpPr>
            <p:cNvPr id="5" name="椭圆 4"/>
            <p:cNvSpPr/>
            <p:nvPr/>
          </p:nvSpPr>
          <p:spPr>
            <a:xfrm>
              <a:off x="13344022" y="582227"/>
              <a:ext cx="5035417" cy="5035417"/>
            </a:xfrm>
            <a:prstGeom prst="ellipse">
              <a:avLst/>
            </a:prstGeom>
            <a:solidFill>
              <a:schemeClr val="accent1"/>
            </a:solidFill>
            <a:ln w="3175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0448" tIns="10448" rIns="10448" bIns="10448" numCol="1" spcCol="38100" rtlCol="0" anchor="ctr">
              <a:normAutofit/>
            </a:bodyPr>
            <a:lstStyle/>
            <a:p>
              <a:pPr marL="0" marR="0" indent="0" algn="ctr" defTabSz="45466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endParaRPr>
            </a:p>
          </p:txBody>
        </p:sp>
        <p:sp>
          <p:nvSpPr>
            <p:cNvPr id="7" name="PA-文本框 133"/>
            <p:cNvSpPr txBox="1"/>
            <p:nvPr>
              <p:custDataLst>
                <p:tags r:id="rId4"/>
              </p:custDataLst>
            </p:nvPr>
          </p:nvSpPr>
          <p:spPr>
            <a:xfrm>
              <a:off x="14538291" y="2684437"/>
              <a:ext cx="2646879" cy="830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457200" hangingPunct="1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kumimoji="0" lang="zh-CN" altLang="en-US" sz="4800" b="0" i="0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sym typeface="+mn-ea"/>
                </a:rPr>
                <a:t>文字文字</a:t>
              </a:r>
              <a:endParaRPr kumimoji="0" lang="en-US" altLang="zh-CN" sz="4800" b="0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sym typeface="+mn-ea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9555480" y="2838200"/>
            <a:ext cx="3628738" cy="3628736"/>
            <a:chOff x="13825422" y="1063628"/>
            <a:chExt cx="4072618" cy="4072616"/>
          </a:xfrm>
        </p:grpSpPr>
        <p:sp>
          <p:nvSpPr>
            <p:cNvPr id="10" name="椭圆 9"/>
            <p:cNvSpPr/>
            <p:nvPr/>
          </p:nvSpPr>
          <p:spPr>
            <a:xfrm>
              <a:off x="13825422" y="1063628"/>
              <a:ext cx="4072618" cy="4072616"/>
            </a:xfrm>
            <a:prstGeom prst="ellipse">
              <a:avLst/>
            </a:prstGeom>
            <a:noFill/>
            <a:ln w="25400" cap="flat">
              <a:solidFill>
                <a:schemeClr val="tx1">
                  <a:alpha val="58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0448" tIns="10448" rIns="10448" bIns="10448" numCol="1" spcCol="38100" rtlCol="0" anchor="ctr">
              <a:normAutofit/>
            </a:bodyPr>
            <a:lstStyle/>
            <a:p>
              <a:pPr marL="0" marR="0" indent="0" algn="ctr" defTabSz="45466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endParaRPr>
            </a:p>
          </p:txBody>
        </p:sp>
        <p:sp>
          <p:nvSpPr>
            <p:cNvPr id="11" name="PA-文本框 133"/>
            <p:cNvSpPr txBox="1"/>
            <p:nvPr>
              <p:custDataLst>
                <p:tags r:id="rId3"/>
              </p:custDataLst>
            </p:nvPr>
          </p:nvSpPr>
          <p:spPr>
            <a:xfrm>
              <a:off x="14494302" y="2668156"/>
              <a:ext cx="2734858" cy="8635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200" hangingPunct="1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kumimoji="0" lang="zh-CN" altLang="en-US" sz="4400" b="0" i="0" u="none" strike="noStrike" kern="1200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sym typeface="+mn-ea"/>
                </a:rPr>
                <a:t>文字文字</a:t>
              </a:r>
              <a:endParaRPr kumimoji="0" lang="en-US" altLang="zh-CN" sz="44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602874" y="999407"/>
            <a:ext cx="2961726" cy="2961724"/>
            <a:chOff x="13825422" y="1063628"/>
            <a:chExt cx="4072618" cy="4072616"/>
          </a:xfrm>
        </p:grpSpPr>
        <p:sp>
          <p:nvSpPr>
            <p:cNvPr id="13" name="椭圆 12"/>
            <p:cNvSpPr/>
            <p:nvPr/>
          </p:nvSpPr>
          <p:spPr>
            <a:xfrm>
              <a:off x="13825422" y="1063628"/>
              <a:ext cx="4072618" cy="4072616"/>
            </a:xfrm>
            <a:prstGeom prst="ellipse">
              <a:avLst/>
            </a:prstGeom>
            <a:noFill/>
            <a:ln w="25400" cap="flat">
              <a:solidFill>
                <a:schemeClr val="tx1">
                  <a:alpha val="58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0448" tIns="10448" rIns="10448" bIns="10448" numCol="1" spcCol="38100" rtlCol="0" anchor="ctr">
              <a:normAutofit/>
            </a:bodyPr>
            <a:lstStyle/>
            <a:p>
              <a:pPr marL="0" marR="0" indent="0" algn="ctr" defTabSz="45466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2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endParaRPr>
            </a:p>
          </p:txBody>
        </p:sp>
        <p:sp>
          <p:nvSpPr>
            <p:cNvPr id="14" name="PA-文本框 133"/>
            <p:cNvSpPr txBox="1"/>
            <p:nvPr>
              <p:custDataLst>
                <p:tags r:id="rId2"/>
              </p:custDataLst>
            </p:nvPr>
          </p:nvSpPr>
          <p:spPr>
            <a:xfrm>
              <a:off x="14202635" y="2668156"/>
              <a:ext cx="3318193" cy="8041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200" hangingPunct="1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kumimoji="0" lang="zh-CN" altLang="en-US" sz="3200" b="0" i="0" u="none" strike="noStrike" kern="1200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sym typeface="+mn-ea"/>
                </a:rPr>
                <a:t>文字文字</a:t>
              </a:r>
              <a:endParaRPr kumimoji="0" lang="en-US" altLang="zh-CN" sz="32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+mn-ea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8091412" y="4257388"/>
            <a:ext cx="2350508" cy="2350506"/>
            <a:chOff x="13825422" y="1063628"/>
            <a:chExt cx="4072618" cy="4072616"/>
          </a:xfrm>
        </p:grpSpPr>
        <p:sp>
          <p:nvSpPr>
            <p:cNvPr id="16" name="椭圆 15"/>
            <p:cNvSpPr/>
            <p:nvPr/>
          </p:nvSpPr>
          <p:spPr>
            <a:xfrm>
              <a:off x="13825422" y="1063628"/>
              <a:ext cx="4072618" cy="4072616"/>
            </a:xfrm>
            <a:prstGeom prst="ellipse">
              <a:avLst/>
            </a:prstGeom>
            <a:noFill/>
            <a:ln w="25400" cap="flat">
              <a:solidFill>
                <a:schemeClr val="tx1">
                  <a:alpha val="58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0448" tIns="10448" rIns="10448" bIns="10448" numCol="1" spcCol="38100" rtlCol="0" anchor="ctr">
              <a:normAutofit/>
            </a:bodyPr>
            <a:lstStyle/>
            <a:p>
              <a:pPr marL="0" marR="0" indent="0" algn="ctr" defTabSz="45466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05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endParaRPr>
            </a:p>
          </p:txBody>
        </p:sp>
        <p:sp>
          <p:nvSpPr>
            <p:cNvPr id="17" name="PA-文本框 133"/>
            <p:cNvSpPr txBox="1"/>
            <p:nvPr>
              <p:custDataLst>
                <p:tags r:id="rId1"/>
              </p:custDataLst>
            </p:nvPr>
          </p:nvSpPr>
          <p:spPr>
            <a:xfrm>
              <a:off x="14089479" y="2668155"/>
              <a:ext cx="3544505" cy="7999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200" hangingPunct="1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kumimoji="0" lang="zh-CN" altLang="en-US" sz="2400" b="0" i="0" u="none" strike="noStrike" kern="1200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sym typeface="+mn-ea"/>
                </a:rPr>
                <a:t>文字文字</a:t>
              </a:r>
              <a:endParaRPr kumimoji="0" lang="en-US" altLang="zh-CN" sz="24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sym typeface="+mn-ea"/>
              </a:endParaRPr>
            </a:p>
          </p:txBody>
        </p:sp>
      </p:grpSp>
      <p:sp>
        <p:nvSpPr>
          <p:cNvPr id="18" name="方正可变兰亭黑 GBK Regular-85号"/>
          <p:cNvSpPr txBox="1"/>
          <p:nvPr/>
        </p:nvSpPr>
        <p:spPr>
          <a:xfrm>
            <a:off x="9655169" y="1166152"/>
            <a:ext cx="3252744" cy="1334848"/>
          </a:xfrm>
          <a:prstGeom prst="rect">
            <a:avLst/>
          </a:prstGeom>
          <a:ln w="3175">
            <a:miter lim="400000"/>
          </a:ln>
        </p:spPr>
        <p:txBody>
          <a:bodyPr wrap="none" lIns="10443" tIns="10443" rIns="10443" bIns="10443" anchor="ctr">
            <a:spAutoFit/>
          </a:bodyPr>
          <a:lstStyle/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</a:t>
            </a:r>
            <a:endParaRPr lang="en-US" altLang="zh-CN" sz="3000" dirty="0">
              <a:latin typeface="+mn-ea"/>
              <a:cs typeface="InputMono Thin"/>
              <a:sym typeface="InputMono Thin"/>
            </a:endParaRPr>
          </a:p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6"/>
          <p:cNvSpPr txBox="1"/>
          <p:nvPr/>
        </p:nvSpPr>
        <p:spPr>
          <a:xfrm>
            <a:off x="3230577" y="2501000"/>
            <a:ext cx="6424592" cy="2554501"/>
          </a:xfrm>
          <a:prstGeom prst="rect">
            <a:avLst/>
          </a:prstGeom>
          <a:ln w="3175">
            <a:miter lim="400000"/>
          </a:ln>
        </p:spPr>
        <p:txBody>
          <a:bodyPr wrap="square" lIns="45698" tIns="45698" rIns="45698" bIns="45698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914400">
              <a:lnSpc>
                <a:spcPct val="100000"/>
              </a:lnSpc>
              <a:spcBef>
                <a:spcPts val="0"/>
              </a:spcBef>
              <a:defRPr sz="8000">
                <a:solidFill>
                  <a:srgbClr val="00F3A8"/>
                </a:solidFill>
                <a:latin typeface="方正可变兰亭黑 GBK DemiBold" panose="02000600000000000000" pitchFamily="2" charset="-122"/>
                <a:ea typeface="方正可变兰亭黑 GBK DemiBold" panose="02000600000000000000" pitchFamily="2" charset="-122"/>
                <a:cs typeface="FZVariable-LanTingHeiK DemiBold"/>
              </a:defRPr>
            </a:lvl1pPr>
          </a:lstStyle>
          <a:p>
            <a:r>
              <a:rPr lang="en-US" altLang="zh-CN" dirty="0"/>
              <a:t>ta</a:t>
            </a:r>
            <a:r>
              <a:rPr lang="zh-CN" altLang="en-US" dirty="0"/>
              <a:t>会帮到谁</a:t>
            </a:r>
            <a:endParaRPr lang="en-US" altLang="zh-CN" dirty="0"/>
          </a:p>
          <a:p>
            <a:r>
              <a:rPr lang="zh-CN" altLang="en-US" dirty="0"/>
              <a:t>解决什么问题</a:t>
            </a:r>
          </a:p>
        </p:txBody>
      </p:sp>
      <p:sp>
        <p:nvSpPr>
          <p:cNvPr id="2" name="方正可变兰亭黑 GBK Regular-85号"/>
          <p:cNvSpPr txBox="1"/>
          <p:nvPr/>
        </p:nvSpPr>
        <p:spPr>
          <a:xfrm>
            <a:off x="23271177" y="2764578"/>
            <a:ext cx="4868571" cy="2027345"/>
          </a:xfrm>
          <a:prstGeom prst="rect">
            <a:avLst/>
          </a:prstGeom>
          <a:ln w="3175">
            <a:miter lim="400000"/>
          </a:ln>
        </p:spPr>
        <p:txBody>
          <a:bodyPr wrap="none" lIns="10443" tIns="10443" rIns="10443" bIns="10443" anchor="ctr">
            <a:spAutoFit/>
          </a:bodyPr>
          <a:lstStyle/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</a:t>
            </a:r>
            <a:endParaRPr lang="en-US" altLang="zh-CN" sz="3000" dirty="0">
              <a:latin typeface="+mn-ea"/>
              <a:cs typeface="InputMono Thin"/>
              <a:sym typeface="InputMono Thin"/>
            </a:endParaRPr>
          </a:p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</a:t>
            </a:r>
            <a:endParaRPr lang="en-US" altLang="zh-CN" sz="3000" dirty="0">
              <a:latin typeface="+mn-ea"/>
              <a:cs typeface="InputMono Thin"/>
              <a:sym typeface="InputMono Thin"/>
            </a:endParaRPr>
          </a:p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</a:t>
            </a:r>
          </a:p>
        </p:txBody>
      </p:sp>
      <p:sp>
        <p:nvSpPr>
          <p:cNvPr id="65" name="矩形: 圆角 200"/>
          <p:cNvSpPr/>
          <p:nvPr/>
        </p:nvSpPr>
        <p:spPr>
          <a:xfrm>
            <a:off x="11015129" y="977231"/>
            <a:ext cx="5251427" cy="5602038"/>
          </a:xfrm>
          <a:prstGeom prst="roundRect">
            <a:avLst>
              <a:gd name="adj" fmla="val 5505"/>
            </a:avLst>
          </a:prstGeom>
          <a:solidFill>
            <a:srgbClr val="212121">
              <a:alpha val="72000"/>
            </a:srgbClr>
          </a:solidFill>
          <a:ln w="158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0889" tIns="40444" rIns="80889" bIns="40444" numCol="1" spcCol="0" rtlCol="0" fromWordArt="0" anchor="ctr" anchorCtr="0" forceAA="0" compatLnSpc="1">
            <a:noAutofit/>
          </a:bodyPr>
          <a:lstStyle/>
          <a:p>
            <a:pPr algn="ctr" defTabSz="914400" hangingPunct="1">
              <a:lnSpc>
                <a:spcPct val="100000"/>
              </a:lnSpc>
              <a:spcBef>
                <a:spcPts val="0"/>
              </a:spcBef>
            </a:pPr>
            <a:endParaRPr lang="zh-CN" altLang="en-US" sz="2400" dirty="0">
              <a:solidFill>
                <a:srgbClr val="000000"/>
              </a:solidFill>
              <a:latin typeface="方正可变兰亭黑 GBK Normal" panose="02000600000000000000" pitchFamily="2" charset="-122"/>
              <a:ea typeface="方正可变兰亭黑 GBK Normal" panose="02000600000000000000" pitchFamily="2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1887801" y="1404620"/>
            <a:ext cx="35060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defTabSz="457200" eaLnBrk="1" hangingPunct="1">
              <a:lnSpc>
                <a:spcPct val="100000"/>
              </a:lnSpc>
              <a:spcBef>
                <a:spcPts val="0"/>
              </a:spcBef>
              <a:defRPr kumimoji="1" sz="1800" kern="1200" spc="100">
                <a:solidFill>
                  <a:srgbClr val="FFD447"/>
                </a:solidFill>
                <a:uLnTx/>
                <a:latin typeface="方正可变兰亭黑 GBK DemiBold" panose="02000600000000000000" pitchFamily="2" charset="-122"/>
                <a:ea typeface="方正可变兰亭黑 GBK DemiBold" panose="02000600000000000000" pitchFamily="2" charset="-122"/>
              </a:defRPr>
            </a:lvl1pPr>
          </a:lstStyle>
          <a:p>
            <a:pPr algn="ctr"/>
            <a:r>
              <a:rPr lang="zh-CN" altLang="en-US" sz="3600" dirty="0">
                <a:solidFill>
                  <a:srgbClr val="00F3A8"/>
                </a:solidFill>
                <a:sym typeface="InputMono Thin"/>
              </a:rPr>
              <a:t>请输入文字内容</a:t>
            </a:r>
            <a:endParaRPr lang="en-US" altLang="zh-CN" sz="3600" dirty="0">
              <a:solidFill>
                <a:srgbClr val="00F3A8"/>
              </a:solidFill>
            </a:endParaRPr>
          </a:p>
        </p:txBody>
      </p:sp>
      <p:sp>
        <p:nvSpPr>
          <p:cNvPr id="67" name="矩形: 圆角 200"/>
          <p:cNvSpPr/>
          <p:nvPr/>
        </p:nvSpPr>
        <p:spPr>
          <a:xfrm>
            <a:off x="11291755" y="4369864"/>
            <a:ext cx="4698173" cy="1856173"/>
          </a:xfrm>
          <a:prstGeom prst="roundRect">
            <a:avLst>
              <a:gd name="adj" fmla="val 5505"/>
            </a:avLst>
          </a:prstGeom>
          <a:solidFill>
            <a:schemeClr val="bg1">
              <a:lumMod val="95000"/>
              <a:lumOff val="5000"/>
              <a:alpha val="47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hangingPunct="1">
              <a:lnSpc>
                <a:spcPct val="100000"/>
              </a:lnSpc>
              <a:spcBef>
                <a:spcPts val="0"/>
              </a:spcBef>
            </a:pPr>
            <a:endParaRPr lang="en-US" altLang="zh-CN" sz="3600" kern="1200" dirty="0">
              <a:latin typeface="方正可变兰亭黑 GBK Normal" panose="02000600000000000000" pitchFamily="2" charset="-122"/>
              <a:ea typeface="方正可变兰亭黑 GBK Normal" panose="02000600000000000000" pitchFamily="2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2471294" y="5058569"/>
            <a:ext cx="2339103" cy="101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 defTabSz="457200" hangingPunct="1">
              <a:lnSpc>
                <a:spcPct val="130000"/>
              </a:lnSpc>
              <a:spcBef>
                <a:spcPts val="0"/>
              </a:spcBef>
              <a:defRPr kumimoji="1" sz="1600" kern="1200">
                <a:solidFill>
                  <a:schemeClr val="tx1">
                    <a:alpha val="65000"/>
                  </a:schemeClr>
                </a:solidFill>
                <a:uLnTx/>
                <a:latin typeface="+mn-ea"/>
              </a:defRPr>
            </a:lvl1pPr>
          </a:lstStyle>
          <a:p>
            <a:r>
              <a:rPr lang="zh-CN" altLang="en-US" sz="2400" dirty="0">
                <a:sym typeface="InputMono Thin"/>
              </a:rPr>
              <a:t>请输入文字内容</a:t>
            </a:r>
            <a:endParaRPr lang="en-US" altLang="zh-CN" sz="2400" dirty="0"/>
          </a:p>
          <a:p>
            <a:r>
              <a:rPr lang="zh-CN" altLang="en-US" sz="2400" dirty="0">
                <a:sym typeface="InputMono Thin"/>
              </a:rPr>
              <a:t>请输入文字内容</a:t>
            </a:r>
            <a:endParaRPr lang="en-US" altLang="zh-CN" sz="2400" dirty="0"/>
          </a:p>
        </p:txBody>
      </p:sp>
      <p:sp>
        <p:nvSpPr>
          <p:cNvPr id="69" name="文本框 68"/>
          <p:cNvSpPr txBox="1"/>
          <p:nvPr/>
        </p:nvSpPr>
        <p:spPr>
          <a:xfrm>
            <a:off x="13125320" y="4528900"/>
            <a:ext cx="10310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defTabSz="457200" eaLnBrk="1" hangingPunct="1">
              <a:lnSpc>
                <a:spcPct val="100000"/>
              </a:lnSpc>
              <a:spcBef>
                <a:spcPts val="0"/>
              </a:spcBef>
              <a:defRPr kumimoji="1" sz="1800" kern="1200" spc="100">
                <a:solidFill>
                  <a:srgbClr val="00F3A8"/>
                </a:solidFill>
                <a:uLnTx/>
                <a:latin typeface="方正可变兰亭黑 GBK DemiBold" panose="02000600000000000000" pitchFamily="2" charset="-122"/>
                <a:ea typeface="方正可变兰亭黑 GBK DemiBold" panose="02000600000000000000" pitchFamily="2" charset="-122"/>
              </a:defRPr>
            </a:lvl1pPr>
          </a:lstStyle>
          <a:p>
            <a:r>
              <a:rPr lang="zh-CN" altLang="en-US" sz="3200" dirty="0"/>
              <a:t>文字</a:t>
            </a:r>
            <a:endParaRPr lang="en-US" altLang="zh-CN" sz="3200" dirty="0"/>
          </a:p>
        </p:txBody>
      </p:sp>
      <p:sp>
        <p:nvSpPr>
          <p:cNvPr id="70" name="矩形: 圆角 200"/>
          <p:cNvSpPr/>
          <p:nvPr/>
        </p:nvSpPr>
        <p:spPr>
          <a:xfrm>
            <a:off x="11291755" y="2316570"/>
            <a:ext cx="4698173" cy="1856173"/>
          </a:xfrm>
          <a:prstGeom prst="roundRect">
            <a:avLst>
              <a:gd name="adj" fmla="val 5505"/>
            </a:avLst>
          </a:prstGeom>
          <a:solidFill>
            <a:schemeClr val="bg1">
              <a:lumMod val="95000"/>
              <a:lumOff val="5000"/>
              <a:alpha val="47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hangingPunct="1">
              <a:lnSpc>
                <a:spcPct val="100000"/>
              </a:lnSpc>
              <a:spcBef>
                <a:spcPts val="0"/>
              </a:spcBef>
            </a:pPr>
            <a:endParaRPr lang="en-US" altLang="zh-CN" sz="3600" kern="1200" dirty="0">
              <a:latin typeface="方正可变兰亭黑 GBK Normal" panose="02000600000000000000" pitchFamily="2" charset="-122"/>
              <a:ea typeface="方正可变兰亭黑 GBK Normal" panose="02000600000000000000" pitchFamily="2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12471294" y="3005275"/>
            <a:ext cx="2339103" cy="101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 defTabSz="457200" hangingPunct="1">
              <a:lnSpc>
                <a:spcPct val="130000"/>
              </a:lnSpc>
              <a:spcBef>
                <a:spcPts val="0"/>
              </a:spcBef>
              <a:defRPr kumimoji="1" sz="1600" kern="1200">
                <a:solidFill>
                  <a:schemeClr val="tx1">
                    <a:alpha val="65000"/>
                  </a:schemeClr>
                </a:solidFill>
                <a:uLnTx/>
                <a:latin typeface="+mn-ea"/>
              </a:defRPr>
            </a:lvl1pPr>
          </a:lstStyle>
          <a:p>
            <a:r>
              <a:rPr lang="zh-CN" altLang="en-US" sz="2400" dirty="0">
                <a:sym typeface="InputMono Thin"/>
              </a:rPr>
              <a:t>请输入文字内容</a:t>
            </a:r>
            <a:endParaRPr lang="en-US" altLang="zh-CN" sz="2400" dirty="0"/>
          </a:p>
          <a:p>
            <a:r>
              <a:rPr lang="zh-CN" altLang="en-US" sz="2400" dirty="0">
                <a:sym typeface="InputMono Thin"/>
              </a:rPr>
              <a:t>请输入文字内容</a:t>
            </a:r>
            <a:endParaRPr lang="en-US" altLang="zh-CN" sz="2400" dirty="0"/>
          </a:p>
        </p:txBody>
      </p:sp>
      <p:sp>
        <p:nvSpPr>
          <p:cNvPr id="72" name="文本框 71"/>
          <p:cNvSpPr txBox="1"/>
          <p:nvPr/>
        </p:nvSpPr>
        <p:spPr>
          <a:xfrm>
            <a:off x="13125320" y="2475606"/>
            <a:ext cx="10310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defTabSz="457200" eaLnBrk="1" hangingPunct="1">
              <a:lnSpc>
                <a:spcPct val="100000"/>
              </a:lnSpc>
              <a:spcBef>
                <a:spcPts val="0"/>
              </a:spcBef>
              <a:defRPr kumimoji="1" sz="1800" kern="1200" spc="100">
                <a:solidFill>
                  <a:srgbClr val="00F3A8"/>
                </a:solidFill>
                <a:uLnTx/>
                <a:latin typeface="方正可变兰亭黑 GBK DemiBold" panose="02000600000000000000" pitchFamily="2" charset="-122"/>
                <a:ea typeface="方正可变兰亭黑 GBK DemiBold" panose="02000600000000000000" pitchFamily="2" charset="-122"/>
              </a:defRPr>
            </a:lvl1pPr>
          </a:lstStyle>
          <a:p>
            <a:r>
              <a:rPr lang="zh-CN" altLang="en-US" sz="3200" b="1" dirty="0"/>
              <a:t>文字</a:t>
            </a:r>
            <a:endParaRPr lang="en-US" altLang="zh-CN" sz="3200" b="1" dirty="0"/>
          </a:p>
        </p:txBody>
      </p:sp>
      <p:sp>
        <p:nvSpPr>
          <p:cNvPr id="57" name="矩形: 圆角 200"/>
          <p:cNvSpPr/>
          <p:nvPr/>
        </p:nvSpPr>
        <p:spPr>
          <a:xfrm>
            <a:off x="16659790" y="977231"/>
            <a:ext cx="5251427" cy="5602038"/>
          </a:xfrm>
          <a:prstGeom prst="roundRect">
            <a:avLst>
              <a:gd name="adj" fmla="val 5505"/>
            </a:avLst>
          </a:prstGeom>
          <a:solidFill>
            <a:srgbClr val="212121">
              <a:alpha val="72000"/>
            </a:srgbClr>
          </a:solidFill>
          <a:ln w="158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0889" tIns="40444" rIns="80889" bIns="40444" numCol="1" spcCol="0" rtlCol="0" fromWordArt="0" anchor="ctr" anchorCtr="0" forceAA="0" compatLnSpc="1">
            <a:noAutofit/>
          </a:bodyPr>
          <a:lstStyle/>
          <a:p>
            <a:pPr algn="ctr" defTabSz="914400" hangingPunct="1">
              <a:lnSpc>
                <a:spcPct val="100000"/>
              </a:lnSpc>
              <a:spcBef>
                <a:spcPts val="0"/>
              </a:spcBef>
            </a:pPr>
            <a:endParaRPr lang="zh-CN" altLang="en-US" sz="2400" dirty="0">
              <a:solidFill>
                <a:srgbClr val="000000"/>
              </a:solidFill>
              <a:latin typeface="方正可变兰亭黑 GBK Normal" panose="02000600000000000000" pitchFamily="2" charset="-122"/>
              <a:ea typeface="方正可变兰亭黑 GBK Normal" panose="02000600000000000000" pitchFamily="2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7532462" y="1404620"/>
            <a:ext cx="35060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defTabSz="457200" eaLnBrk="1" hangingPunct="1">
              <a:lnSpc>
                <a:spcPct val="100000"/>
              </a:lnSpc>
              <a:spcBef>
                <a:spcPts val="0"/>
              </a:spcBef>
              <a:defRPr kumimoji="1" sz="1800" kern="1200" spc="100">
                <a:solidFill>
                  <a:srgbClr val="FFD447"/>
                </a:solidFill>
                <a:uLnTx/>
                <a:latin typeface="方正可变兰亭黑 GBK DemiBold" panose="02000600000000000000" pitchFamily="2" charset="-122"/>
                <a:ea typeface="方正可变兰亭黑 GBK DemiBold" panose="02000600000000000000" pitchFamily="2" charset="-122"/>
              </a:defRPr>
            </a:lvl1pPr>
          </a:lstStyle>
          <a:p>
            <a:pPr algn="ctr"/>
            <a:r>
              <a:rPr lang="zh-CN" altLang="en-US" sz="3600" dirty="0">
                <a:solidFill>
                  <a:srgbClr val="00F3A8"/>
                </a:solidFill>
                <a:sym typeface="InputMono Thin"/>
              </a:rPr>
              <a:t>请输入文字内容</a:t>
            </a:r>
            <a:endParaRPr lang="en-US" altLang="zh-CN" sz="3600" dirty="0">
              <a:solidFill>
                <a:srgbClr val="00F3A8"/>
              </a:solidFill>
            </a:endParaRPr>
          </a:p>
        </p:txBody>
      </p:sp>
      <p:sp>
        <p:nvSpPr>
          <p:cNvPr id="59" name="矩形: 圆角 200"/>
          <p:cNvSpPr/>
          <p:nvPr/>
        </p:nvSpPr>
        <p:spPr>
          <a:xfrm>
            <a:off x="16936416" y="4369864"/>
            <a:ext cx="4698173" cy="1856173"/>
          </a:xfrm>
          <a:prstGeom prst="roundRect">
            <a:avLst>
              <a:gd name="adj" fmla="val 5505"/>
            </a:avLst>
          </a:prstGeom>
          <a:solidFill>
            <a:schemeClr val="bg1">
              <a:lumMod val="95000"/>
              <a:lumOff val="5000"/>
              <a:alpha val="47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hangingPunct="1">
              <a:lnSpc>
                <a:spcPct val="100000"/>
              </a:lnSpc>
              <a:spcBef>
                <a:spcPts val="0"/>
              </a:spcBef>
            </a:pPr>
            <a:endParaRPr lang="en-US" altLang="zh-CN" sz="3600" kern="1200" dirty="0">
              <a:latin typeface="方正可变兰亭黑 GBK Normal" panose="02000600000000000000" pitchFamily="2" charset="-122"/>
              <a:ea typeface="方正可变兰亭黑 GBK Normal" panose="02000600000000000000" pitchFamily="2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8115955" y="5058569"/>
            <a:ext cx="2339103" cy="101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 defTabSz="457200" hangingPunct="1">
              <a:lnSpc>
                <a:spcPct val="130000"/>
              </a:lnSpc>
              <a:spcBef>
                <a:spcPts val="0"/>
              </a:spcBef>
              <a:defRPr kumimoji="1" sz="1600" kern="1200">
                <a:solidFill>
                  <a:schemeClr val="tx1">
                    <a:alpha val="65000"/>
                  </a:schemeClr>
                </a:solidFill>
                <a:uLnTx/>
                <a:latin typeface="+mn-ea"/>
              </a:defRPr>
            </a:lvl1pPr>
          </a:lstStyle>
          <a:p>
            <a:r>
              <a:rPr lang="zh-CN" altLang="en-US" sz="2400" dirty="0">
                <a:sym typeface="InputMono Thin"/>
              </a:rPr>
              <a:t>请输入文字内容</a:t>
            </a:r>
            <a:endParaRPr lang="en-US" altLang="zh-CN" sz="2400" dirty="0"/>
          </a:p>
          <a:p>
            <a:r>
              <a:rPr lang="zh-CN" altLang="en-US" sz="2400" dirty="0">
                <a:sym typeface="InputMono Thin"/>
              </a:rPr>
              <a:t>请输入文字内容</a:t>
            </a:r>
            <a:endParaRPr lang="en-US" altLang="zh-CN" sz="2400" dirty="0"/>
          </a:p>
        </p:txBody>
      </p:sp>
      <p:sp>
        <p:nvSpPr>
          <p:cNvPr id="61" name="文本框 60"/>
          <p:cNvSpPr txBox="1"/>
          <p:nvPr/>
        </p:nvSpPr>
        <p:spPr>
          <a:xfrm>
            <a:off x="18769981" y="4528900"/>
            <a:ext cx="10310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defTabSz="457200" eaLnBrk="1" hangingPunct="1">
              <a:lnSpc>
                <a:spcPct val="100000"/>
              </a:lnSpc>
              <a:spcBef>
                <a:spcPts val="0"/>
              </a:spcBef>
              <a:defRPr kumimoji="1" sz="1800" kern="1200" spc="100">
                <a:solidFill>
                  <a:srgbClr val="00F3A8"/>
                </a:solidFill>
                <a:uLnTx/>
                <a:latin typeface="方正可变兰亭黑 GBK DemiBold" panose="02000600000000000000" pitchFamily="2" charset="-122"/>
                <a:ea typeface="方正可变兰亭黑 GBK DemiBold" panose="02000600000000000000" pitchFamily="2" charset="-122"/>
              </a:defRPr>
            </a:lvl1pPr>
          </a:lstStyle>
          <a:p>
            <a:r>
              <a:rPr lang="zh-CN" altLang="en-US" sz="3200" dirty="0"/>
              <a:t>文字</a:t>
            </a:r>
            <a:endParaRPr lang="en-US" altLang="zh-CN" sz="3200" dirty="0"/>
          </a:p>
        </p:txBody>
      </p:sp>
      <p:sp>
        <p:nvSpPr>
          <p:cNvPr id="62" name="矩形: 圆角 200"/>
          <p:cNvSpPr/>
          <p:nvPr/>
        </p:nvSpPr>
        <p:spPr>
          <a:xfrm>
            <a:off x="16936416" y="2316570"/>
            <a:ext cx="4698173" cy="1856173"/>
          </a:xfrm>
          <a:prstGeom prst="roundRect">
            <a:avLst>
              <a:gd name="adj" fmla="val 5505"/>
            </a:avLst>
          </a:prstGeom>
          <a:solidFill>
            <a:schemeClr val="bg1">
              <a:lumMod val="95000"/>
              <a:lumOff val="5000"/>
              <a:alpha val="47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hangingPunct="1">
              <a:lnSpc>
                <a:spcPct val="100000"/>
              </a:lnSpc>
              <a:spcBef>
                <a:spcPts val="0"/>
              </a:spcBef>
            </a:pPr>
            <a:endParaRPr lang="en-US" altLang="zh-CN" sz="3600" kern="1200" dirty="0">
              <a:latin typeface="方正可变兰亭黑 GBK Normal" panose="02000600000000000000" pitchFamily="2" charset="-122"/>
              <a:ea typeface="方正可变兰亭黑 GBK Normal" panose="02000600000000000000" pitchFamily="2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8115955" y="3005275"/>
            <a:ext cx="2339103" cy="101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 defTabSz="457200" hangingPunct="1">
              <a:lnSpc>
                <a:spcPct val="130000"/>
              </a:lnSpc>
              <a:spcBef>
                <a:spcPts val="0"/>
              </a:spcBef>
              <a:defRPr kumimoji="1" sz="1600" kern="1200">
                <a:solidFill>
                  <a:schemeClr val="tx1">
                    <a:alpha val="65000"/>
                  </a:schemeClr>
                </a:solidFill>
                <a:uLnTx/>
                <a:latin typeface="+mn-ea"/>
              </a:defRPr>
            </a:lvl1pPr>
          </a:lstStyle>
          <a:p>
            <a:r>
              <a:rPr lang="zh-CN" altLang="en-US" sz="2400" dirty="0">
                <a:sym typeface="InputMono Thin"/>
              </a:rPr>
              <a:t>请输入文字内容</a:t>
            </a:r>
            <a:endParaRPr lang="en-US" altLang="zh-CN" sz="2400" dirty="0"/>
          </a:p>
          <a:p>
            <a:r>
              <a:rPr lang="zh-CN" altLang="en-US" sz="2400" dirty="0">
                <a:sym typeface="InputMono Thin"/>
              </a:rPr>
              <a:t>请输入文字内容</a:t>
            </a:r>
            <a:endParaRPr lang="en-US" altLang="zh-CN" sz="2400" dirty="0"/>
          </a:p>
        </p:txBody>
      </p:sp>
      <p:sp>
        <p:nvSpPr>
          <p:cNvPr id="64" name="文本框 63"/>
          <p:cNvSpPr txBox="1"/>
          <p:nvPr/>
        </p:nvSpPr>
        <p:spPr>
          <a:xfrm>
            <a:off x="18769981" y="2475606"/>
            <a:ext cx="10310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defTabSz="457200" eaLnBrk="1" hangingPunct="1">
              <a:lnSpc>
                <a:spcPct val="100000"/>
              </a:lnSpc>
              <a:spcBef>
                <a:spcPts val="0"/>
              </a:spcBef>
              <a:defRPr kumimoji="1" sz="1800" kern="1200" spc="100">
                <a:solidFill>
                  <a:srgbClr val="00F3A8"/>
                </a:solidFill>
                <a:uLnTx/>
                <a:latin typeface="方正可变兰亭黑 GBK DemiBold" panose="02000600000000000000" pitchFamily="2" charset="-122"/>
                <a:ea typeface="方正可变兰亭黑 GBK DemiBold" panose="02000600000000000000" pitchFamily="2" charset="-122"/>
              </a:defRPr>
            </a:lvl1pPr>
          </a:lstStyle>
          <a:p>
            <a:r>
              <a:rPr lang="zh-CN" altLang="en-US" sz="3200" b="1" dirty="0"/>
              <a:t>文字</a:t>
            </a:r>
            <a:endParaRPr lang="en-US" altLang="zh-CN" sz="3200" b="1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6"/>
          <p:cNvSpPr txBox="1"/>
          <p:nvPr/>
        </p:nvSpPr>
        <p:spPr>
          <a:xfrm>
            <a:off x="3230577" y="2501000"/>
            <a:ext cx="6424592" cy="2554501"/>
          </a:xfrm>
          <a:prstGeom prst="rect">
            <a:avLst/>
          </a:prstGeom>
          <a:ln w="3175">
            <a:miter lim="400000"/>
          </a:ln>
        </p:spPr>
        <p:txBody>
          <a:bodyPr wrap="square" lIns="45698" tIns="45698" rIns="45698" bIns="45698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914400">
              <a:lnSpc>
                <a:spcPct val="100000"/>
              </a:lnSpc>
              <a:spcBef>
                <a:spcPts val="0"/>
              </a:spcBef>
              <a:defRPr sz="8000">
                <a:solidFill>
                  <a:srgbClr val="00F3A8"/>
                </a:solidFill>
                <a:latin typeface="方正可变兰亭黑 GBK DemiBold" panose="02000600000000000000" pitchFamily="2" charset="-122"/>
                <a:ea typeface="方正可变兰亭黑 GBK DemiBold" panose="02000600000000000000" pitchFamily="2" charset="-122"/>
                <a:cs typeface="FZVariable-LanTingHeiK DemiBold"/>
              </a:defRPr>
            </a:lvl1pPr>
          </a:lstStyle>
          <a:p>
            <a:r>
              <a:rPr lang="zh-CN" altLang="en-US" dirty="0"/>
              <a:t>创作中</a:t>
            </a:r>
            <a:endParaRPr lang="en-US" altLang="zh-CN" dirty="0"/>
          </a:p>
          <a:p>
            <a:r>
              <a:rPr lang="zh-CN" altLang="en-US" dirty="0"/>
              <a:t>最</a:t>
            </a:r>
            <a:r>
              <a:rPr lang="en-US" altLang="zh-CN" dirty="0"/>
              <a:t>XX</a:t>
            </a:r>
            <a:r>
              <a:rPr lang="zh-CN" altLang="en-US" dirty="0"/>
              <a:t>的时刻</a:t>
            </a:r>
          </a:p>
        </p:txBody>
      </p:sp>
      <p:sp>
        <p:nvSpPr>
          <p:cNvPr id="4" name="方正可变兰亭黑 GBK Regular-85号"/>
          <p:cNvSpPr txBox="1"/>
          <p:nvPr/>
        </p:nvSpPr>
        <p:spPr>
          <a:xfrm>
            <a:off x="23271177" y="2764578"/>
            <a:ext cx="4868571" cy="2027345"/>
          </a:xfrm>
          <a:prstGeom prst="rect">
            <a:avLst/>
          </a:prstGeom>
          <a:ln w="3175">
            <a:miter lim="400000"/>
          </a:ln>
        </p:spPr>
        <p:txBody>
          <a:bodyPr wrap="none" lIns="10443" tIns="10443" rIns="10443" bIns="10443" anchor="ctr">
            <a:spAutoFit/>
          </a:bodyPr>
          <a:lstStyle/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</a:t>
            </a:r>
            <a:endParaRPr lang="en-US" altLang="zh-CN" sz="3000" dirty="0">
              <a:latin typeface="+mn-ea"/>
              <a:cs typeface="InputMono Thin"/>
              <a:sym typeface="InputMono Thin"/>
            </a:endParaRPr>
          </a:p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</a:t>
            </a:r>
            <a:endParaRPr lang="en-US" altLang="zh-CN" sz="3000" dirty="0">
              <a:latin typeface="+mn-ea"/>
              <a:cs typeface="InputMono Thin"/>
              <a:sym typeface="InputMono Thin"/>
            </a:endParaRPr>
          </a:p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1" b="1351"/>
          <a:stretch>
            <a:fillRect/>
          </a:stretch>
        </p:blipFill>
        <p:spPr>
          <a:xfrm>
            <a:off x="19010290" y="1274505"/>
            <a:ext cx="3761786" cy="5015715"/>
          </a:xfrm>
          <a:prstGeom prst="roundRect">
            <a:avLst>
              <a:gd name="adj" fmla="val 6026"/>
            </a:avLst>
          </a:prstGeom>
        </p:spPr>
      </p:pic>
      <p:sp>
        <p:nvSpPr>
          <p:cNvPr id="22" name="PA-圆角矩形 845"/>
          <p:cNvSpPr/>
          <p:nvPr>
            <p:custDataLst>
              <p:tags r:id="rId1"/>
            </p:custDataLst>
          </p:nvPr>
        </p:nvSpPr>
        <p:spPr>
          <a:xfrm>
            <a:off x="19010290" y="1266279"/>
            <a:ext cx="3761786" cy="5040000"/>
          </a:xfrm>
          <a:prstGeom prst="roundRect">
            <a:avLst>
              <a:gd name="adj" fmla="val 5721"/>
            </a:avLst>
          </a:prstGeom>
          <a:gradFill>
            <a:gsLst>
              <a:gs pos="24000">
                <a:sysClr val="windowText" lastClr="000000">
                  <a:alpha val="68000"/>
                </a:sysClr>
              </a:gs>
              <a:gs pos="100000">
                <a:sysClr val="windowText" lastClr="000000">
                  <a:alpha val="0"/>
                </a:sysClr>
              </a:gs>
            </a:gsLst>
            <a:lin ang="162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可变兰亭黑 GBK Normal" panose="02000600000000000000" pitchFamily="2" charset="-122"/>
              <a:ea typeface="方正可变兰亭黑 GBK Normal" panose="02000600000000000000" pitchFamily="2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537232" y="1274505"/>
            <a:ext cx="3761786" cy="5015715"/>
          </a:xfrm>
          <a:prstGeom prst="roundRect">
            <a:avLst>
              <a:gd name="adj" fmla="val 6026"/>
            </a:avLst>
          </a:prstGeom>
        </p:spPr>
      </p:pic>
      <p:sp>
        <p:nvSpPr>
          <p:cNvPr id="24" name="PA-圆角矩形 840"/>
          <p:cNvSpPr/>
          <p:nvPr>
            <p:custDataLst>
              <p:tags r:id="rId2"/>
            </p:custDataLst>
          </p:nvPr>
        </p:nvSpPr>
        <p:spPr>
          <a:xfrm>
            <a:off x="14537232" y="1274505"/>
            <a:ext cx="3761786" cy="5015715"/>
          </a:xfrm>
          <a:prstGeom prst="roundRect">
            <a:avLst>
              <a:gd name="adj" fmla="val 4595"/>
            </a:avLst>
          </a:prstGeom>
          <a:gradFill>
            <a:gsLst>
              <a:gs pos="24000">
                <a:sysClr val="windowText" lastClr="000000">
                  <a:alpha val="68000"/>
                </a:sysClr>
              </a:gs>
              <a:gs pos="100000">
                <a:sysClr val="windowText" lastClr="000000">
                  <a:alpha val="0"/>
                </a:sysClr>
              </a:gs>
            </a:gsLst>
            <a:lin ang="162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可变兰亭黑 GBK Normal" panose="02000600000000000000" pitchFamily="2" charset="-122"/>
              <a:ea typeface="方正可变兰亭黑 GBK Normal" panose="02000600000000000000" pitchFamily="2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" r="3125"/>
          <a:stretch>
            <a:fillRect/>
          </a:stretch>
        </p:blipFill>
        <p:spPr>
          <a:xfrm>
            <a:off x="10064176" y="1274505"/>
            <a:ext cx="3761786" cy="5015715"/>
          </a:xfrm>
          <a:prstGeom prst="roundRect">
            <a:avLst>
              <a:gd name="adj" fmla="val 6026"/>
            </a:avLst>
          </a:prstGeom>
        </p:spPr>
      </p:pic>
      <p:sp>
        <p:nvSpPr>
          <p:cNvPr id="26" name="PA-圆角矩形 844"/>
          <p:cNvSpPr/>
          <p:nvPr>
            <p:custDataLst>
              <p:tags r:id="rId3"/>
            </p:custDataLst>
          </p:nvPr>
        </p:nvSpPr>
        <p:spPr>
          <a:xfrm>
            <a:off x="10064176" y="1274505"/>
            <a:ext cx="3761786" cy="5015715"/>
          </a:xfrm>
          <a:prstGeom prst="roundRect">
            <a:avLst>
              <a:gd name="adj" fmla="val 6204"/>
            </a:avLst>
          </a:prstGeom>
          <a:gradFill>
            <a:gsLst>
              <a:gs pos="24000">
                <a:sysClr val="windowText" lastClr="000000">
                  <a:alpha val="68000"/>
                </a:sysClr>
              </a:gs>
              <a:gs pos="100000">
                <a:sysClr val="windowText" lastClr="000000">
                  <a:alpha val="0"/>
                </a:sysClr>
              </a:gs>
            </a:gsLst>
            <a:lin ang="16200000" scaled="1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可变兰亭黑 GBK Normal" panose="02000600000000000000" pitchFamily="2" charset="-122"/>
              <a:ea typeface="方正可变兰亭黑 GBK Normal" panose="02000600000000000000" pitchFamily="2" charset="-122"/>
            </a:endParaRPr>
          </a:p>
        </p:txBody>
      </p:sp>
      <p:sp>
        <p:nvSpPr>
          <p:cNvPr id="27" name="PA-文本框 19"/>
          <p:cNvSpPr txBox="1"/>
          <p:nvPr>
            <p:custDataLst>
              <p:tags r:id="rId4"/>
            </p:custDataLst>
          </p:nvPr>
        </p:nvSpPr>
        <p:spPr>
          <a:xfrm>
            <a:off x="10202031" y="4867374"/>
            <a:ext cx="1733827" cy="1152047"/>
          </a:xfrm>
          <a:prstGeom prst="rect">
            <a:avLst/>
          </a:prstGeom>
          <a:ln w="12700">
            <a:miter lim="400000"/>
          </a:ln>
        </p:spPr>
        <p:txBody>
          <a:bodyPr wrap="none" lIns="45729" rIns="45729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defTabSz="914400" eaLnBrk="1" hangingPunct="1">
              <a:lnSpc>
                <a:spcPct val="110000"/>
              </a:lnSpc>
              <a:spcBef>
                <a:spcPts val="0"/>
              </a:spcBef>
              <a:defRPr sz="2400" kern="1200">
                <a:solidFill>
                  <a:prstClr val="white"/>
                </a:solidFill>
                <a:uLnTx/>
                <a:latin typeface="+mj-ea"/>
                <a:ea typeface="+mj-ea"/>
                <a:cs typeface="FZVariable-LanTingHeiK DemiBold"/>
              </a:defRPr>
            </a:lvl1pPr>
          </a:lstStyle>
          <a:p>
            <a:r>
              <a:rPr lang="zh-CN" altLang="en-US" sz="3200" dirty="0">
                <a:sym typeface="FZVariable-LanTingHeiK DemiBold"/>
              </a:rPr>
              <a:t>文字内容</a:t>
            </a:r>
            <a:endParaRPr lang="en-US" altLang="zh-CN" sz="3200" dirty="0">
              <a:sym typeface="FZVariable-LanTingHeiK DemiBold"/>
            </a:endParaRPr>
          </a:p>
          <a:p>
            <a:r>
              <a:rPr lang="zh-CN" altLang="en-US" sz="3200" dirty="0">
                <a:sym typeface="FZVariable-LanTingHeiK DemiBold"/>
              </a:rPr>
              <a:t>文字内容</a:t>
            </a:r>
          </a:p>
        </p:txBody>
      </p:sp>
      <p:sp>
        <p:nvSpPr>
          <p:cNvPr id="28" name="PA-文本框 19"/>
          <p:cNvSpPr txBox="1"/>
          <p:nvPr>
            <p:custDataLst>
              <p:tags r:id="rId5"/>
            </p:custDataLst>
          </p:nvPr>
        </p:nvSpPr>
        <p:spPr>
          <a:xfrm>
            <a:off x="14847639" y="4867374"/>
            <a:ext cx="1733827" cy="1152047"/>
          </a:xfrm>
          <a:prstGeom prst="rect">
            <a:avLst/>
          </a:prstGeom>
          <a:ln w="12700">
            <a:miter lim="400000"/>
          </a:ln>
        </p:spPr>
        <p:txBody>
          <a:bodyPr wrap="none" lIns="45729" rIns="45729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latin typeface="FZVariable-LanTingHeiK DemiBold"/>
                <a:ea typeface="FZVariable-LanTingHeiK DemiBold"/>
                <a:cs typeface="FZVariable-LanTingHeiK DemiBold"/>
                <a:sym typeface="FZVariable-LanTingHeiK DemiBold"/>
              </a:defRPr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FZVariable-LanTingHeiK DemiBold"/>
                <a:sym typeface="FZVariable-LanTingHeiK DemiBold"/>
              </a:rPr>
              <a:t>文字内容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FZVariable-LanTingHeiK DemiBold"/>
              <a:sym typeface="FZVariable-LanTingHeiK DemiBold"/>
            </a:endParaRPr>
          </a:p>
          <a:p>
            <a:pPr defTabSz="914400" hangingPunct="1">
              <a:lnSpc>
                <a:spcPct val="110000"/>
              </a:lnSpc>
              <a:spcBef>
                <a:spcPts val="0"/>
              </a:spcBef>
              <a:defRPr sz="2000">
                <a:latin typeface="FZVariable-LanTingHeiK DemiBold"/>
                <a:ea typeface="FZVariable-LanTingHeiK DemiBold"/>
                <a:cs typeface="FZVariable-LanTingHeiK DemiBold"/>
                <a:sym typeface="FZVariable-LanTingHeiK DemiBold"/>
              </a:defRPr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FZVariable-LanTingHeiK DemiBold"/>
                <a:sym typeface="FZVariable-LanTingHeiK DemiBold"/>
              </a:rPr>
              <a:t>文字内容</a:t>
            </a:r>
          </a:p>
        </p:txBody>
      </p:sp>
      <p:sp>
        <p:nvSpPr>
          <p:cNvPr id="29" name="PA-文本框 19"/>
          <p:cNvSpPr txBox="1"/>
          <p:nvPr>
            <p:custDataLst>
              <p:tags r:id="rId6"/>
            </p:custDataLst>
          </p:nvPr>
        </p:nvSpPr>
        <p:spPr>
          <a:xfrm>
            <a:off x="19369134" y="4867374"/>
            <a:ext cx="1733827" cy="1152047"/>
          </a:xfrm>
          <a:prstGeom prst="rect">
            <a:avLst/>
          </a:prstGeom>
          <a:ln w="12700">
            <a:miter lim="400000"/>
          </a:ln>
        </p:spPr>
        <p:txBody>
          <a:bodyPr wrap="none" lIns="45729" rIns="45729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latin typeface="FZVariable-LanTingHeiK DemiBold"/>
                <a:ea typeface="FZVariable-LanTingHeiK DemiBold"/>
                <a:cs typeface="FZVariable-LanTingHeiK DemiBold"/>
                <a:sym typeface="FZVariable-LanTingHeiK DemiBold"/>
              </a:defRPr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FZVariable-LanTingHeiK DemiBold"/>
                <a:sym typeface="FZVariable-LanTingHeiK DemiBold"/>
              </a:rPr>
              <a:t>文字内容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FZVariable-LanTingHeiK DemiBold"/>
              <a:sym typeface="FZVariable-LanTingHeiK DemiBold"/>
            </a:endParaRPr>
          </a:p>
          <a:p>
            <a:pPr defTabSz="914400" hangingPunct="1">
              <a:lnSpc>
                <a:spcPct val="110000"/>
              </a:lnSpc>
              <a:spcBef>
                <a:spcPts val="0"/>
              </a:spcBef>
              <a:defRPr sz="2000">
                <a:latin typeface="FZVariable-LanTingHeiK DemiBold"/>
                <a:ea typeface="FZVariable-LanTingHeiK DemiBold"/>
                <a:cs typeface="FZVariable-LanTingHeiK DemiBold"/>
                <a:sym typeface="FZVariable-LanTingHeiK DemiBold"/>
              </a:defRPr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FZVariable-LanTingHeiK DemiBold"/>
                <a:sym typeface="FZVariable-LanTingHeiK DemiBold"/>
              </a:rPr>
              <a:t>文字内容</a:t>
            </a:r>
          </a:p>
        </p:txBody>
      </p:sp>
      <p:sp>
        <p:nvSpPr>
          <p:cNvPr id="30" name="PA-文本框 91"/>
          <p:cNvSpPr txBox="1"/>
          <p:nvPr>
            <p:custDataLst>
              <p:tags r:id="rId7"/>
            </p:custDataLst>
          </p:nvPr>
        </p:nvSpPr>
        <p:spPr>
          <a:xfrm>
            <a:off x="9811662" y="3844076"/>
            <a:ext cx="2044150" cy="523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84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可变兰亭黑 GBK DemiBold"/>
                <a:ea typeface="方正可变兰亭黑 GBK DemiBold"/>
              </a:rPr>
              <a:t>关键词标签</a:t>
            </a:r>
          </a:p>
        </p:txBody>
      </p:sp>
      <p:sp>
        <p:nvSpPr>
          <p:cNvPr id="31" name="PA-文本框 91"/>
          <p:cNvSpPr txBox="1"/>
          <p:nvPr>
            <p:custDataLst>
              <p:tags r:id="rId8"/>
            </p:custDataLst>
          </p:nvPr>
        </p:nvSpPr>
        <p:spPr>
          <a:xfrm>
            <a:off x="12491799" y="2561098"/>
            <a:ext cx="2044150" cy="523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84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可变兰亭黑 GBK DemiBold"/>
                <a:ea typeface="方正可变兰亭黑 GBK DemiBold"/>
              </a:rPr>
              <a:t>关键词标签</a:t>
            </a:r>
          </a:p>
        </p:txBody>
      </p:sp>
      <p:sp>
        <p:nvSpPr>
          <p:cNvPr id="32" name="PA-文本框 91"/>
          <p:cNvSpPr txBox="1"/>
          <p:nvPr>
            <p:custDataLst>
              <p:tags r:id="rId9"/>
            </p:custDataLst>
          </p:nvPr>
        </p:nvSpPr>
        <p:spPr>
          <a:xfrm>
            <a:off x="15171946" y="4037343"/>
            <a:ext cx="2044150" cy="523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84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可变兰亭黑 GBK DemiBold"/>
                <a:ea typeface="方正可变兰亭黑 GBK DemiBold"/>
              </a:rPr>
              <a:t>关键词标签</a:t>
            </a:r>
          </a:p>
        </p:txBody>
      </p:sp>
      <p:sp>
        <p:nvSpPr>
          <p:cNvPr id="33" name="PA-文本框 91"/>
          <p:cNvSpPr txBox="1"/>
          <p:nvPr>
            <p:custDataLst>
              <p:tags r:id="rId10"/>
            </p:custDataLst>
          </p:nvPr>
        </p:nvSpPr>
        <p:spPr>
          <a:xfrm>
            <a:off x="17852097" y="2561098"/>
            <a:ext cx="2044150" cy="523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84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可变兰亭黑 GBK DemiBold"/>
                <a:ea typeface="方正可变兰亭黑 GBK DemiBold"/>
              </a:rPr>
              <a:t>关键词标签</a:t>
            </a:r>
          </a:p>
        </p:txBody>
      </p:sp>
      <p:sp>
        <p:nvSpPr>
          <p:cNvPr id="34" name="PA-文本框 91"/>
          <p:cNvSpPr txBox="1"/>
          <p:nvPr>
            <p:custDataLst>
              <p:tags r:id="rId11"/>
            </p:custDataLst>
          </p:nvPr>
        </p:nvSpPr>
        <p:spPr>
          <a:xfrm>
            <a:off x="20532248" y="3844076"/>
            <a:ext cx="2044150" cy="523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84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可变兰亭黑 GBK DemiBold"/>
                <a:ea typeface="方正可变兰亭黑 GBK DemiBold"/>
              </a:rPr>
              <a:t>关键词标签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6"/>
          <p:cNvSpPr txBox="1"/>
          <p:nvPr/>
        </p:nvSpPr>
        <p:spPr>
          <a:xfrm>
            <a:off x="3230577" y="2501000"/>
            <a:ext cx="6424592" cy="2554501"/>
          </a:xfrm>
          <a:prstGeom prst="rect">
            <a:avLst/>
          </a:prstGeom>
          <a:ln w="3175">
            <a:miter lim="400000"/>
          </a:ln>
        </p:spPr>
        <p:txBody>
          <a:bodyPr wrap="square" lIns="45698" tIns="45698" rIns="45698" bIns="45698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914400">
              <a:lnSpc>
                <a:spcPct val="100000"/>
              </a:lnSpc>
              <a:spcBef>
                <a:spcPts val="0"/>
              </a:spcBef>
              <a:defRPr sz="8000">
                <a:solidFill>
                  <a:srgbClr val="00F3A8"/>
                </a:solidFill>
                <a:latin typeface="方正可变兰亭黑 GBK DemiBold" panose="02000600000000000000" pitchFamily="2" charset="-122"/>
                <a:ea typeface="方正可变兰亭黑 GBK DemiBold" panose="02000600000000000000" pitchFamily="2" charset="-122"/>
                <a:cs typeface="FZVariable-LanTingHeiK DemiBold"/>
              </a:defRPr>
            </a:lvl1pPr>
          </a:lstStyle>
          <a:p>
            <a:r>
              <a:rPr lang="zh-CN" altLang="en-US" dirty="0"/>
              <a:t>后面还会</a:t>
            </a:r>
            <a:endParaRPr lang="en-US" altLang="zh-CN" dirty="0"/>
          </a:p>
          <a:p>
            <a:r>
              <a:rPr lang="zh-CN" altLang="en-US" dirty="0"/>
              <a:t>继续完成它吗</a:t>
            </a:r>
          </a:p>
        </p:txBody>
      </p:sp>
      <p:sp>
        <p:nvSpPr>
          <p:cNvPr id="2" name="方正可变兰亭黑 GBK Regular-85号"/>
          <p:cNvSpPr txBox="1"/>
          <p:nvPr/>
        </p:nvSpPr>
        <p:spPr>
          <a:xfrm>
            <a:off x="23271177" y="2764578"/>
            <a:ext cx="4868571" cy="2027345"/>
          </a:xfrm>
          <a:prstGeom prst="rect">
            <a:avLst/>
          </a:prstGeom>
          <a:ln w="3175">
            <a:miter lim="400000"/>
          </a:ln>
        </p:spPr>
        <p:txBody>
          <a:bodyPr wrap="none" lIns="10443" tIns="10443" rIns="10443" bIns="10443" anchor="ctr">
            <a:spAutoFit/>
          </a:bodyPr>
          <a:lstStyle/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</a:t>
            </a:r>
            <a:endParaRPr lang="en-US" altLang="zh-CN" sz="3000" dirty="0">
              <a:latin typeface="+mn-ea"/>
              <a:cs typeface="InputMono Thin"/>
              <a:sym typeface="InputMono Thin"/>
            </a:endParaRPr>
          </a:p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</a:t>
            </a:r>
            <a:endParaRPr lang="en-US" altLang="zh-CN" sz="3000" dirty="0">
              <a:latin typeface="+mn-ea"/>
              <a:cs typeface="InputMono Thin"/>
              <a:sym typeface="InputMono Thin"/>
            </a:endParaRPr>
          </a:p>
          <a:p>
            <a:pPr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10217069" y="2050131"/>
            <a:ext cx="11841575" cy="1941074"/>
            <a:chOff x="10217069" y="2683178"/>
            <a:chExt cx="11841575" cy="1941074"/>
          </a:xfrm>
        </p:grpSpPr>
        <p:grpSp>
          <p:nvGrpSpPr>
            <p:cNvPr id="15" name="组合 14"/>
            <p:cNvGrpSpPr/>
            <p:nvPr/>
          </p:nvGrpSpPr>
          <p:grpSpPr>
            <a:xfrm>
              <a:off x="10217069" y="2683178"/>
              <a:ext cx="3618972" cy="1941074"/>
              <a:chOff x="24793497" y="1955204"/>
              <a:chExt cx="2157374" cy="1157130"/>
            </a:xfrm>
          </p:grpSpPr>
          <p:sp>
            <p:nvSpPr>
              <p:cNvPr id="16" name="椭圆形"/>
              <p:cNvSpPr/>
              <p:nvPr/>
            </p:nvSpPr>
            <p:spPr>
              <a:xfrm>
                <a:off x="24793497" y="2847800"/>
                <a:ext cx="2157374" cy="264534"/>
              </a:xfrm>
              <a:prstGeom prst="ellipse">
                <a:avLst/>
              </a:prstGeom>
              <a:gradFill>
                <a:gsLst>
                  <a:gs pos="26000">
                    <a:srgbClr val="F2C9A6">
                      <a:alpha val="0"/>
                    </a:srgbClr>
                  </a:gs>
                  <a:gs pos="100000">
                    <a:srgbClr val="C9C9C9">
                      <a:alpha val="36000"/>
                    </a:srgbClr>
                  </a:gs>
                </a:gsLst>
                <a:lin ang="5400000" scaled="0"/>
              </a:gradFill>
              <a:ln w="12700" cap="flat">
                <a:gradFill>
                  <a:gsLst>
                    <a:gs pos="0">
                      <a:srgbClr val="C9C9C9">
                        <a:lumMod val="40000"/>
                        <a:lumOff val="60000"/>
                      </a:srgbClr>
                    </a:gs>
                    <a:gs pos="73000">
                      <a:srgbClr val="C9C9C9">
                        <a:lumMod val="40000"/>
                        <a:lumOff val="60000"/>
                        <a:alpha val="0"/>
                      </a:srgbClr>
                    </a:gs>
                  </a:gsLst>
                  <a:lin ang="16200000" scaled="0"/>
                </a:gradFill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 hangingPunct="1">
                  <a:lnSpc>
                    <a:spcPct val="100000"/>
                  </a:lnSpc>
                  <a:spcBef>
                    <a:spcPts val="0"/>
                  </a:spcBef>
                  <a:defRPr/>
                </a:pPr>
                <a:endParaRPr sz="2800" dirty="0">
                  <a:solidFill>
                    <a:srgbClr val="000000"/>
                  </a:solidFill>
                  <a:latin typeface="方正可变兰亭黑 GBK Normal" panose="02000600000000000000" pitchFamily="2" charset="-122"/>
                  <a:ea typeface="方正可变兰亭黑 GBK Normal" panose="02000600000000000000" pitchFamily="2" charset="-122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25159034" y="1955204"/>
                <a:ext cx="1426302" cy="5509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lvl="0" algn="ctr" defTabSz="457200" eaLnBrk="1" hangingPunct="1">
                  <a:lnSpc>
                    <a:spcPct val="100000"/>
                  </a:lnSpc>
                  <a:spcBef>
                    <a:spcPts val="0"/>
                  </a:spcBef>
                  <a:defRPr sz="1800" b="1" kern="1200">
                    <a:solidFill>
                      <a:srgbClr val="00F3A8"/>
                    </a:solidFill>
                    <a:uLnTx/>
                    <a:latin typeface="InputMono-Bold"/>
                    <a:ea typeface="+mj-ea"/>
                  </a:defRPr>
                </a:lvl1pPr>
              </a:lstStyle>
              <a:p>
                <a:r>
                  <a:rPr lang="en-US" altLang="zh-CN" sz="6000" dirty="0"/>
                  <a:t>+197%</a:t>
                </a: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25042944" y="2556696"/>
                <a:ext cx="1658482" cy="2911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3200" dirty="0">
                    <a:solidFill>
                      <a:schemeClr val="tx1"/>
                    </a:solidFill>
                    <a:sym typeface="InputMono Thin"/>
                  </a:rPr>
                  <a:t>请输入文字内容</a:t>
                </a:r>
                <a:endParaRPr lang="en-US" altLang="zh-CN" sz="3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14328371" y="2683178"/>
              <a:ext cx="3618972" cy="1941074"/>
              <a:chOff x="24793497" y="1955204"/>
              <a:chExt cx="2157374" cy="1157130"/>
            </a:xfrm>
          </p:grpSpPr>
          <p:sp>
            <p:nvSpPr>
              <p:cNvPr id="29" name="椭圆形"/>
              <p:cNvSpPr/>
              <p:nvPr/>
            </p:nvSpPr>
            <p:spPr>
              <a:xfrm>
                <a:off x="24793497" y="2847800"/>
                <a:ext cx="2157374" cy="264534"/>
              </a:xfrm>
              <a:prstGeom prst="ellipse">
                <a:avLst/>
              </a:prstGeom>
              <a:gradFill>
                <a:gsLst>
                  <a:gs pos="26000">
                    <a:srgbClr val="F2C9A6">
                      <a:alpha val="0"/>
                    </a:srgbClr>
                  </a:gs>
                  <a:gs pos="100000">
                    <a:srgbClr val="C9C9C9">
                      <a:alpha val="36000"/>
                    </a:srgbClr>
                  </a:gs>
                </a:gsLst>
                <a:lin ang="5400000" scaled="0"/>
              </a:gradFill>
              <a:ln w="12700" cap="flat">
                <a:gradFill>
                  <a:gsLst>
                    <a:gs pos="0">
                      <a:srgbClr val="C9C9C9">
                        <a:lumMod val="40000"/>
                        <a:lumOff val="60000"/>
                      </a:srgbClr>
                    </a:gs>
                    <a:gs pos="73000">
                      <a:srgbClr val="C9C9C9">
                        <a:lumMod val="40000"/>
                        <a:lumOff val="60000"/>
                        <a:alpha val="0"/>
                      </a:srgbClr>
                    </a:gs>
                  </a:gsLst>
                  <a:lin ang="16200000" scaled="0"/>
                </a:gradFill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 hangingPunct="1">
                  <a:lnSpc>
                    <a:spcPct val="100000"/>
                  </a:lnSpc>
                  <a:spcBef>
                    <a:spcPts val="0"/>
                  </a:spcBef>
                  <a:defRPr/>
                </a:pPr>
                <a:endParaRPr sz="2800" dirty="0">
                  <a:solidFill>
                    <a:srgbClr val="000000"/>
                  </a:solidFill>
                  <a:latin typeface="方正可变兰亭黑 GBK Normal" panose="02000600000000000000" pitchFamily="2" charset="-122"/>
                  <a:ea typeface="方正可变兰亭黑 GBK Normal" panose="02000600000000000000" pitchFamily="2" charset="-122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25234228" y="1955204"/>
                <a:ext cx="1275913" cy="6054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lvl="0" algn="ctr" defTabSz="457200" eaLnBrk="1" hangingPunct="1">
                  <a:lnSpc>
                    <a:spcPct val="100000"/>
                  </a:lnSpc>
                  <a:spcBef>
                    <a:spcPts val="0"/>
                  </a:spcBef>
                  <a:defRPr sz="1800" b="1" kern="1200">
                    <a:solidFill>
                      <a:srgbClr val="00F3A8"/>
                    </a:solidFill>
                    <a:uLnTx/>
                    <a:latin typeface="InputMono-Bold"/>
                    <a:ea typeface="+mj-ea"/>
                  </a:defRPr>
                </a:lvl1pPr>
              </a:lstStyle>
              <a:p>
                <a:r>
                  <a:rPr lang="en-US" altLang="zh-CN" sz="6000" dirty="0"/>
                  <a:t>+88%</a:t>
                </a: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25042944" y="2556696"/>
                <a:ext cx="1658482" cy="2911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3200" dirty="0">
                    <a:solidFill>
                      <a:schemeClr val="tx1"/>
                    </a:solidFill>
                    <a:sym typeface="InputMono Thin"/>
                  </a:rPr>
                  <a:t>请输入文字内容</a:t>
                </a:r>
                <a:endParaRPr lang="en-US" altLang="zh-CN" sz="3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18439672" y="2683178"/>
              <a:ext cx="3618972" cy="1941074"/>
              <a:chOff x="24793497" y="1955204"/>
              <a:chExt cx="2157374" cy="1157130"/>
            </a:xfrm>
          </p:grpSpPr>
          <p:sp>
            <p:nvSpPr>
              <p:cNvPr id="33" name="椭圆形"/>
              <p:cNvSpPr/>
              <p:nvPr/>
            </p:nvSpPr>
            <p:spPr>
              <a:xfrm>
                <a:off x="24793497" y="2847800"/>
                <a:ext cx="2157374" cy="264534"/>
              </a:xfrm>
              <a:prstGeom prst="ellipse">
                <a:avLst/>
              </a:prstGeom>
              <a:gradFill>
                <a:gsLst>
                  <a:gs pos="26000">
                    <a:srgbClr val="F2C9A6">
                      <a:alpha val="0"/>
                    </a:srgbClr>
                  </a:gs>
                  <a:gs pos="100000">
                    <a:srgbClr val="C9C9C9">
                      <a:alpha val="36000"/>
                    </a:srgbClr>
                  </a:gs>
                </a:gsLst>
                <a:lin ang="5400000" scaled="0"/>
              </a:gradFill>
              <a:ln w="12700" cap="flat">
                <a:gradFill>
                  <a:gsLst>
                    <a:gs pos="0">
                      <a:srgbClr val="C9C9C9">
                        <a:lumMod val="40000"/>
                        <a:lumOff val="60000"/>
                      </a:srgbClr>
                    </a:gs>
                    <a:gs pos="73000">
                      <a:srgbClr val="C9C9C9">
                        <a:lumMod val="40000"/>
                        <a:lumOff val="60000"/>
                        <a:alpha val="0"/>
                      </a:srgbClr>
                    </a:gs>
                  </a:gsLst>
                  <a:lin ang="16200000" scaled="0"/>
                </a:gradFill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 hangingPunct="1">
                  <a:lnSpc>
                    <a:spcPct val="100000"/>
                  </a:lnSpc>
                  <a:spcBef>
                    <a:spcPts val="0"/>
                  </a:spcBef>
                  <a:defRPr/>
                </a:pPr>
                <a:endParaRPr sz="2800" dirty="0">
                  <a:solidFill>
                    <a:srgbClr val="000000"/>
                  </a:solidFill>
                  <a:latin typeface="方正可变兰亭黑 GBK Normal" panose="02000600000000000000" pitchFamily="2" charset="-122"/>
                  <a:ea typeface="方正可变兰亭黑 GBK Normal" panose="02000600000000000000" pitchFamily="2" charset="-122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25234228" y="1955204"/>
                <a:ext cx="1275913" cy="6054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lvl="0" algn="ctr" defTabSz="457200" eaLnBrk="1" hangingPunct="1">
                  <a:lnSpc>
                    <a:spcPct val="100000"/>
                  </a:lnSpc>
                  <a:spcBef>
                    <a:spcPts val="0"/>
                  </a:spcBef>
                  <a:defRPr sz="1800" b="1" kern="1200">
                    <a:solidFill>
                      <a:srgbClr val="00F3A8"/>
                    </a:solidFill>
                    <a:uLnTx/>
                    <a:latin typeface="InputMono-Bold"/>
                    <a:ea typeface="+mj-ea"/>
                  </a:defRPr>
                </a:lvl1pPr>
              </a:lstStyle>
              <a:p>
                <a:r>
                  <a:rPr lang="en-US" altLang="zh-CN" sz="6000" dirty="0"/>
                  <a:t>+37%</a:t>
                </a: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25042944" y="2556696"/>
                <a:ext cx="1658482" cy="2911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3200" dirty="0">
                    <a:solidFill>
                      <a:schemeClr val="tx1"/>
                    </a:solidFill>
                    <a:sym typeface="InputMono Thin"/>
                  </a:rPr>
                  <a:t>请输入文字内容</a:t>
                </a:r>
                <a:endParaRPr lang="en-US" altLang="zh-CN" sz="32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6" name="方正可变兰亭黑 GBK Regular-85号"/>
          <p:cNvSpPr txBox="1"/>
          <p:nvPr/>
        </p:nvSpPr>
        <p:spPr>
          <a:xfrm>
            <a:off x="11997287" y="4585696"/>
            <a:ext cx="8281138" cy="1334848"/>
          </a:xfrm>
          <a:prstGeom prst="rect">
            <a:avLst/>
          </a:prstGeom>
          <a:ln w="3175">
            <a:miter lim="400000"/>
          </a:ln>
        </p:spPr>
        <p:txBody>
          <a:bodyPr wrap="square" lIns="10443" tIns="10443" rIns="10443" bIns="10443" anchor="ctr">
            <a:spAutoFit/>
          </a:bodyPr>
          <a:lstStyle/>
          <a:p>
            <a:pPr algn="ctr"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描述文字描述文字描述文字描述文字</a:t>
            </a:r>
            <a:endParaRPr lang="en-US" altLang="zh-CN" sz="3000" dirty="0">
              <a:latin typeface="+mn-ea"/>
              <a:cs typeface="InputMono Thin"/>
              <a:sym typeface="InputMono Thin"/>
            </a:endParaRPr>
          </a:p>
          <a:p>
            <a:pPr algn="ctr" defTabSz="959485">
              <a:lnSpc>
                <a:spcPct val="150000"/>
              </a:lnSpc>
              <a:spcBef>
                <a:spcPts val="0"/>
              </a:spcBef>
              <a:defRPr sz="3000" spc="150"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lang="zh-CN" altLang="en-US" sz="3000" dirty="0">
                <a:latin typeface="+mn-ea"/>
                <a:cs typeface="InputMono Thin"/>
                <a:sym typeface="InputMono Thin"/>
              </a:rPr>
              <a:t>描述文字描述文字描述文字描述文字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文本框 14"/>
          <p:cNvSpPr txBox="1"/>
          <p:nvPr/>
        </p:nvSpPr>
        <p:spPr>
          <a:xfrm>
            <a:off x="7553543" y="2898772"/>
            <a:ext cx="5991526" cy="1323395"/>
          </a:xfrm>
          <a:prstGeom prst="rect">
            <a:avLst/>
          </a:prstGeom>
          <a:ln w="3175">
            <a:miter lim="400000"/>
          </a:ln>
        </p:spPr>
        <p:txBody>
          <a:bodyPr lIns="45698" tIns="45698" rIns="45698" bIns="45698">
            <a:spAutoFit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sz="7800" spc="585">
                <a:latin typeface="FZVariable-LanTingHeiK DemiBold"/>
                <a:ea typeface="FZVariable-LanTingHeiK DemiBold"/>
                <a:cs typeface="FZVariable-LanTingHeiK DemiBold"/>
                <a:sym typeface="FZVariable-LanTingHeiK DemiBold"/>
              </a:defRPr>
            </a:lvl1pPr>
          </a:lstStyle>
          <a:p>
            <a:r>
              <a:rPr sz="8000" dirty="0">
                <a:latin typeface="方正可变兰亭黑 GBK DemiBold" panose="02000600000000000000" pitchFamily="2" charset="-122"/>
                <a:ea typeface="方正可变兰亭黑 GBK DemiBold" panose="02000600000000000000" pitchFamily="2" charset="-122"/>
              </a:rPr>
              <a:t>THANKS</a:t>
            </a: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20_BasicBlack">
  <a:themeElements>
    <a:clrScheme name="自定义 63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F3A8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自定义 39">
      <a:majorFont>
        <a:latin typeface="InputMono"/>
        <a:ea typeface="方正可变兰亭黑 GBK DemiBold"/>
        <a:cs typeface="Helvetica Neue"/>
      </a:majorFont>
      <a:minorFont>
        <a:latin typeface="InputMono Thin"/>
        <a:ea typeface="方正可变兰亭黑 GBK Normal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175" cap="flat">
          <a:noFill/>
          <a:miter lim="400000"/>
        </a:ln>
      </a:spPr>
      <a:bodyPr rot="0" spcFirstLastPara="1" vertOverflow="overflow" horzOverflow="overflow" vert="horz" wrap="square" lIns="10448" tIns="10448" rIns="10448" bIns="10448" numCol="1" spcCol="38100" rtlCol="0" anchor="ctr">
        <a:spAutoFit/>
      </a:bodyPr>
      <a:lstStyle>
        <a:defPPr marL="0" marR="0" indent="0" algn="ctr" defTabSz="45466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</a:spPr>
      <a:bodyPr rot="0" spcFirstLastPara="1" vertOverflow="overflow" horzOverflow="overflow" vert="horz" wrap="square" lIns="10448" tIns="10448" rIns="10448" bIns="10448" numCol="1" spcCol="38100" rtlCol="0" anchor="ctr">
        <a:spAutoFit/>
      </a:bodyPr>
      <a:lstStyle>
        <a:defPPr marL="0" marR="0" indent="0" algn="l" defTabSz="1343660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175" cap="flat">
          <a:noFill/>
          <a:miter lim="400000"/>
        </a:ln>
      </a:spPr>
      <a:bodyPr rot="0" spcFirstLastPara="1" vertOverflow="overflow" horzOverflow="overflow" vert="horz" wrap="square" lIns="10448" tIns="10448" rIns="10448" bIns="10448" numCol="1" spcCol="38100" rtlCol="0" anchor="ctr">
        <a:spAutoFit/>
      </a:bodyPr>
      <a:lstStyle>
        <a:defPPr marL="0" marR="0" indent="0" algn="ctr" defTabSz="45466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</a:spPr>
      <a:bodyPr rot="0" spcFirstLastPara="1" vertOverflow="overflow" horzOverflow="overflow" vert="horz" wrap="square" lIns="10448" tIns="10448" rIns="10448" bIns="10448" numCol="1" spcCol="38100" rtlCol="0" anchor="ctr">
        <a:spAutoFit/>
      </a:bodyPr>
      <a:lstStyle>
        <a:defPPr marL="0" marR="0" indent="0" algn="l" defTabSz="1343660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245</Words>
  <Application>Microsoft Macintosh PowerPoint</Application>
  <PresentationFormat>自定义</PresentationFormat>
  <Paragraphs>67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方正可变兰亭黑 GBK DemiBold</vt:lpstr>
      <vt:lpstr>方正可变兰亭黑 GBK Normal</vt:lpstr>
      <vt:lpstr>FZVariable-LanTingHeiK Heavy</vt:lpstr>
      <vt:lpstr>FZVariable-LanTingHeiK Normal</vt:lpstr>
      <vt:lpstr>InputMono Thin</vt:lpstr>
      <vt:lpstr>InputMono-Bold</vt:lpstr>
      <vt:lpstr>Arial</vt:lpstr>
      <vt:lpstr>Helvetica Neue Medium</vt:lpstr>
      <vt:lpstr>20_BasicBlack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冬宝(昝树康)</cp:lastModifiedBy>
  <cp:revision>78</cp:revision>
  <dcterms:created xsi:type="dcterms:W3CDTF">2026-04-07T02:38:09Z</dcterms:created>
  <dcterms:modified xsi:type="dcterms:W3CDTF">2026-04-08T06:04:02Z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0F4045F3BD6B0AE2116ED46903EADF1E_42</vt:lpwstr>
  </property>
  <property fmtid="{D5CDD505-2E9C-101B-9397-08002B2CF9AE}" pid="3" name="KSOProductBuildVer">
    <vt:lpwstr>2052-12.1.25205.25205</vt:lpwstr>
  </property>
</Properties>
</file>